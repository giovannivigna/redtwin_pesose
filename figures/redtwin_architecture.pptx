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0582"/>
    <p:restoredTop sz="94662"/>
  </p:normalViewPr>
  <p:slideViewPr>
    <p:cSldViewPr snapToGrid="0">
      <p:cViewPr varScale="1">
        <p:scale>
          <a:sx n="181" d="100"/>
          <a:sy n="181" d="100"/>
        </p:scale>
        <p:origin x="192" y="26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38FD995-B014-E3A6-C77E-5A83854FB05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8871F7C-AB9D-B680-B195-6D5EDD80F39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E52EADA-4C4E-B9B2-6E40-EE249C4C1A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4B7422-79DB-9548-8F27-41C3A67C38F1}" type="datetimeFigureOut">
              <a:rPr lang="en-US" smtClean="0"/>
              <a:t>8/24/26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7720261-4548-99E2-AE12-942F290B5C1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0999ED6-3173-A416-C8FF-8E6EFCF0D5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C912ED-2D54-EF42-A429-A0DCB43A45B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2366250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2B06D2E-3477-F536-4F49-88095C78C52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8B2F10B-AB2D-49F4-EFCC-673D7B87C32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EA750F2-511B-1228-34A9-81900B40D1F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4B7422-79DB-9548-8F27-41C3A67C38F1}" type="datetimeFigureOut">
              <a:rPr lang="en-US" smtClean="0"/>
              <a:t>8/24/26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FA0FECE-2ABE-5148-0B28-69FFB8ECB37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545E67E-3684-CDF2-848C-7A66CF361A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C912ED-2D54-EF42-A429-A0DCB43A45B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2659397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2A6539C-AA2A-4006-A58A-3DF92B77269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B8C7644-B458-4AB0-FEA7-D18BF080FF2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CDD359B-BD94-B4EB-6AB5-40BA671E98D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4B7422-79DB-9548-8F27-41C3A67C38F1}" type="datetimeFigureOut">
              <a:rPr lang="en-US" smtClean="0"/>
              <a:t>8/24/26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EC105B0-3AE1-80A9-FA1C-756BC6C092E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4881C8A-959C-3885-C36B-1F7E5DE379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C912ED-2D54-EF42-A429-A0DCB43A45B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2306397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DBEB6A9-B94F-9521-8F39-17A544508E3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2526E66-0961-0CA9-4116-83CF16751A9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AC32855-E388-152A-44E5-8597BA81853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BE105A1-D0C8-05DE-F731-E6E73DEADF9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4B7422-79DB-9548-8F27-41C3A67C38F1}" type="datetimeFigureOut">
              <a:rPr lang="en-US" smtClean="0"/>
              <a:t>8/24/26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FA2877D-A492-4F1A-0DD7-1CEC01FFE2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AA98694-3764-FB6C-89E2-E22FA456CE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C912ED-2D54-EF42-A429-A0DCB43A45B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6301147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E84614-6814-E742-E582-CACDB0600D4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CC980E2-C73D-9CBA-0CC9-BFBA5B39AF6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5317092-8E5E-DCA1-EDC9-E8B436427DC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DBE7715-2176-ADFC-2D91-A331E2FA12B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687132B4-16BD-C544-5432-E2CCB0EFDC7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8E9C1EB5-9D54-48D7-3DF3-70671EEAC6F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4B7422-79DB-9548-8F27-41C3A67C38F1}" type="datetimeFigureOut">
              <a:rPr lang="en-US" smtClean="0"/>
              <a:t>8/24/26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4D90FACE-BEBD-E7D8-BF4A-544F19D556C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58D67832-026F-1ED7-BA35-6C3FDA2F1C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C912ED-2D54-EF42-A429-A0DCB43A45B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0122202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51EFD9-ECD3-E825-5C2C-287784CBD56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3944F88A-C7EE-9552-EA8F-1F4F56B546B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4B7422-79DB-9548-8F27-41C3A67C38F1}" type="datetimeFigureOut">
              <a:rPr lang="en-US" smtClean="0"/>
              <a:t>8/24/26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2B6A225-7BDB-5846-D1D4-48BCA0D238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72AEE22-D606-C6EF-7F1A-9A2AE7FAF7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C912ED-2D54-EF42-A429-A0DCB43A45B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0666376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B1CFC406-CD77-AA53-0331-C91C1C4582D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4B7422-79DB-9548-8F27-41C3A67C38F1}" type="datetimeFigureOut">
              <a:rPr lang="en-US" smtClean="0"/>
              <a:t>8/24/26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7904527A-0FD9-975A-6977-F250080ADB2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03D4B4D-03B8-9F1A-61BE-3A60DA9DF2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C912ED-2D54-EF42-A429-A0DCB43A45B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5760716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3A445CA-485E-237E-FBCB-6D6CF4E52A0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E5E13C7-91B8-F49F-51A7-B75EB4D03C8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298BA8C-5513-328C-E26F-DF23C768B6F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2CBA05D-EDFA-7B45-B29B-2FDE6454C7A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4B7422-79DB-9548-8F27-41C3A67C38F1}" type="datetimeFigureOut">
              <a:rPr lang="en-US" smtClean="0"/>
              <a:t>8/24/26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A1088F7-B122-1D4F-C618-24D3284AB38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53E84FF-6833-2F4C-362D-89703B0D70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C912ED-2D54-EF42-A429-A0DCB43A45B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00795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B2969C9-3F2A-3422-B3AD-1E3F8EBE1CE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506D9235-7540-D5B6-AE9E-86DFB51C3FE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FEB44B4-CB17-B62C-4396-664D4E3EE4A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3E154BC-A117-1B29-F8DE-BC8B3F93039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4B7422-79DB-9548-8F27-41C3A67C38F1}" type="datetimeFigureOut">
              <a:rPr lang="en-US" smtClean="0"/>
              <a:t>8/24/26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6E2E1FD-449F-BF9E-2B35-68DF7F6B6D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5F0CB75-DF4C-4A2C-40A1-B0827ACB19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C912ED-2D54-EF42-A429-A0DCB43A45B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209589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AB76ABF-83A1-BC30-AC18-33E0C00A079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42ABDF9-46E4-C615-E203-9114086BA23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90EF35C-8800-5A6A-3451-1A59770CA3E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4B7422-79DB-9548-8F27-41C3A67C38F1}" type="datetimeFigureOut">
              <a:rPr lang="en-US" smtClean="0"/>
              <a:t>8/24/26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E513BA7-B32F-F408-1E9F-685B609AECD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92D8812-CA20-A475-DA69-96416ACDC41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C912ED-2D54-EF42-A429-A0DCB43A45B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3169182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6D4C3399-A2B9-0ED6-02A0-F05E1104A25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30DCBE9-99D6-3CF1-624A-23B9442A84C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249055D-507A-0538-A05B-00B0AF87722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4B7422-79DB-9548-8F27-41C3A67C38F1}" type="datetimeFigureOut">
              <a:rPr lang="en-US" smtClean="0"/>
              <a:t>8/24/26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58C94ED-132D-3B59-ABEF-776A9C26F1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92255AC-E6F4-3767-C253-FCC8750BCC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C912ED-2D54-EF42-A429-A0DCB43A45B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9463929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E626F26B-6B62-740D-F13C-3B04EBEB59B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3BA9DEF-19B2-AC52-07B4-8EAA54379B4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0FF3A1F-DCC3-EBBF-B217-3E89DE8D0C6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A4B7422-79DB-9548-8F27-41C3A67C38F1}" type="datetimeFigureOut">
              <a:rPr lang="en-US" smtClean="0"/>
              <a:t>8/24/26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592FCD3-352B-A156-4E02-A0EBAFFCDFF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214DD68-9FD8-28F4-F5B0-98E60AA9F85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0C912ED-2D54-EF42-A429-A0DCB43A45B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3683538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3" Type="http://schemas.openxmlformats.org/officeDocument/2006/relationships/image" Target="../media/image12.svg"/><Relationship Id="rId18" Type="http://schemas.openxmlformats.org/officeDocument/2006/relationships/image" Target="../media/image17.png"/><Relationship Id="rId26" Type="http://schemas.openxmlformats.org/officeDocument/2006/relationships/image" Target="../media/image25.png"/><Relationship Id="rId3" Type="http://schemas.openxmlformats.org/officeDocument/2006/relationships/image" Target="../media/image2.svg"/><Relationship Id="rId21" Type="http://schemas.openxmlformats.org/officeDocument/2006/relationships/image" Target="../media/image20.svg"/><Relationship Id="rId7" Type="http://schemas.openxmlformats.org/officeDocument/2006/relationships/image" Target="../media/image6.svg"/><Relationship Id="rId12" Type="http://schemas.openxmlformats.org/officeDocument/2006/relationships/image" Target="../media/image11.png"/><Relationship Id="rId17" Type="http://schemas.openxmlformats.org/officeDocument/2006/relationships/image" Target="../media/image16.svg"/><Relationship Id="rId25" Type="http://schemas.openxmlformats.org/officeDocument/2006/relationships/image" Target="../media/image24.svg"/><Relationship Id="rId33" Type="http://schemas.openxmlformats.org/officeDocument/2006/relationships/image" Target="../media/image32.svg"/><Relationship Id="rId2" Type="http://schemas.openxmlformats.org/officeDocument/2006/relationships/image" Target="../media/image1.png"/><Relationship Id="rId16" Type="http://schemas.openxmlformats.org/officeDocument/2006/relationships/image" Target="../media/image15.png"/><Relationship Id="rId20" Type="http://schemas.openxmlformats.org/officeDocument/2006/relationships/image" Target="../media/image19.png"/><Relationship Id="rId29" Type="http://schemas.openxmlformats.org/officeDocument/2006/relationships/image" Target="../media/image28.sv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png"/><Relationship Id="rId11" Type="http://schemas.openxmlformats.org/officeDocument/2006/relationships/image" Target="../media/image10.svg"/><Relationship Id="rId24" Type="http://schemas.openxmlformats.org/officeDocument/2006/relationships/image" Target="../media/image23.png"/><Relationship Id="rId32" Type="http://schemas.openxmlformats.org/officeDocument/2006/relationships/image" Target="../media/image31.png"/><Relationship Id="rId5" Type="http://schemas.openxmlformats.org/officeDocument/2006/relationships/image" Target="../media/image4.svg"/><Relationship Id="rId15" Type="http://schemas.openxmlformats.org/officeDocument/2006/relationships/image" Target="../media/image14.svg"/><Relationship Id="rId23" Type="http://schemas.openxmlformats.org/officeDocument/2006/relationships/image" Target="../media/image22.svg"/><Relationship Id="rId28" Type="http://schemas.openxmlformats.org/officeDocument/2006/relationships/image" Target="../media/image27.png"/><Relationship Id="rId10" Type="http://schemas.openxmlformats.org/officeDocument/2006/relationships/image" Target="../media/image9.png"/><Relationship Id="rId19" Type="http://schemas.openxmlformats.org/officeDocument/2006/relationships/image" Target="../media/image18.svg"/><Relationship Id="rId31" Type="http://schemas.openxmlformats.org/officeDocument/2006/relationships/image" Target="../media/image30.svg"/><Relationship Id="rId4" Type="http://schemas.openxmlformats.org/officeDocument/2006/relationships/image" Target="../media/image3.png"/><Relationship Id="rId9" Type="http://schemas.openxmlformats.org/officeDocument/2006/relationships/image" Target="../media/image8.svg"/><Relationship Id="rId14" Type="http://schemas.openxmlformats.org/officeDocument/2006/relationships/image" Target="../media/image13.png"/><Relationship Id="rId22" Type="http://schemas.openxmlformats.org/officeDocument/2006/relationships/image" Target="../media/image21.png"/><Relationship Id="rId27" Type="http://schemas.openxmlformats.org/officeDocument/2006/relationships/image" Target="../media/image26.svg"/><Relationship Id="rId30" Type="http://schemas.openxmlformats.org/officeDocument/2006/relationships/image" Target="../media/image29.png"/><Relationship Id="rId8" Type="http://schemas.openxmlformats.org/officeDocument/2006/relationships/image" Target="../media/image7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Graphic 4">
            <a:extLst>
              <a:ext uri="{FF2B5EF4-FFF2-40B4-BE49-F238E27FC236}">
                <a16:creationId xmlns:a16="http://schemas.microsoft.com/office/drawing/2014/main" id="{F4458C7A-2F08-DB39-A038-CEC2F1C56E1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b="20976"/>
          <a:stretch>
            <a:fillRect/>
          </a:stretch>
        </p:blipFill>
        <p:spPr>
          <a:xfrm>
            <a:off x="2382929" y="2137186"/>
            <a:ext cx="1021855" cy="1009388"/>
          </a:xfrm>
          <a:prstGeom prst="rect">
            <a:avLst/>
          </a:prstGeom>
        </p:spPr>
      </p:pic>
      <p:pic>
        <p:nvPicPr>
          <p:cNvPr id="9" name="Graphic 8">
            <a:extLst>
              <a:ext uri="{FF2B5EF4-FFF2-40B4-BE49-F238E27FC236}">
                <a16:creationId xmlns:a16="http://schemas.microsoft.com/office/drawing/2014/main" id="{D3000E41-9FE4-1224-3AE2-9FEA6F93064E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rcRect b="22928"/>
          <a:stretch>
            <a:fillRect/>
          </a:stretch>
        </p:blipFill>
        <p:spPr>
          <a:xfrm>
            <a:off x="8770307" y="2085007"/>
            <a:ext cx="1091145" cy="1042806"/>
          </a:xfrm>
          <a:prstGeom prst="rect">
            <a:avLst/>
          </a:prstGeom>
        </p:spPr>
      </p:pic>
      <p:pic>
        <p:nvPicPr>
          <p:cNvPr id="11" name="Graphic 10">
            <a:extLst>
              <a:ext uri="{FF2B5EF4-FFF2-40B4-BE49-F238E27FC236}">
                <a16:creationId xmlns:a16="http://schemas.microsoft.com/office/drawing/2014/main" id="{0D84013C-3CB4-0C41-4CC5-743BCDBB1254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rcRect b="19128"/>
          <a:stretch>
            <a:fillRect/>
          </a:stretch>
        </p:blipFill>
        <p:spPr>
          <a:xfrm>
            <a:off x="2049712" y="1489448"/>
            <a:ext cx="609600" cy="616248"/>
          </a:xfrm>
          <a:prstGeom prst="rect">
            <a:avLst/>
          </a:prstGeom>
        </p:spPr>
      </p:pic>
      <p:pic>
        <p:nvPicPr>
          <p:cNvPr id="13" name="Graphic 12">
            <a:extLst>
              <a:ext uri="{FF2B5EF4-FFF2-40B4-BE49-F238E27FC236}">
                <a16:creationId xmlns:a16="http://schemas.microsoft.com/office/drawing/2014/main" id="{7F7ABD43-D52F-D90A-755D-AD3417955204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rcRect b="19128"/>
          <a:stretch>
            <a:fillRect/>
          </a:stretch>
        </p:blipFill>
        <p:spPr>
          <a:xfrm>
            <a:off x="9154995" y="1489448"/>
            <a:ext cx="609600" cy="616248"/>
          </a:xfrm>
          <a:prstGeom prst="rect">
            <a:avLst/>
          </a:prstGeom>
        </p:spPr>
      </p:pic>
      <p:pic>
        <p:nvPicPr>
          <p:cNvPr id="17" name="Graphic 16">
            <a:extLst>
              <a:ext uri="{FF2B5EF4-FFF2-40B4-BE49-F238E27FC236}">
                <a16:creationId xmlns:a16="http://schemas.microsoft.com/office/drawing/2014/main" id="{6E475A6C-469F-F897-D323-C1DC555A6280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rcRect b="22836"/>
          <a:stretch>
            <a:fillRect/>
          </a:stretch>
        </p:blipFill>
        <p:spPr>
          <a:xfrm>
            <a:off x="1114877" y="1783504"/>
            <a:ext cx="1041400" cy="1009388"/>
          </a:xfrm>
          <a:prstGeom prst="rect">
            <a:avLst/>
          </a:prstGeom>
        </p:spPr>
      </p:pic>
      <p:pic>
        <p:nvPicPr>
          <p:cNvPr id="19" name="Graphic 18">
            <a:extLst>
              <a:ext uri="{FF2B5EF4-FFF2-40B4-BE49-F238E27FC236}">
                <a16:creationId xmlns:a16="http://schemas.microsoft.com/office/drawing/2014/main" id="{00F7A4DB-FE10-8795-B03D-200F1A6FA0CC}"/>
              </a:ext>
            </a:extLst>
          </p:cNvPr>
          <p:cNvPicPr>
            <a:picLocks noChangeAspect="1"/>
          </p:cNvPicPr>
          <p:nvPr/>
        </p:nvPicPr>
        <p:blipFill>
          <a:blip r:embed="rId12">
            <a:extLst>
              <a:ext uri="{96DAC541-7B7A-43D3-8B79-37D633B846F1}">
                <asvg:svgBlip xmlns:asvg="http://schemas.microsoft.com/office/drawing/2016/SVG/main" r:embed="rId13"/>
              </a:ext>
            </a:extLst>
          </a:blip>
          <a:srcRect b="22836"/>
          <a:stretch>
            <a:fillRect/>
          </a:stretch>
        </p:blipFill>
        <p:spPr>
          <a:xfrm>
            <a:off x="7539941" y="1783504"/>
            <a:ext cx="1041400" cy="1009388"/>
          </a:xfrm>
          <a:prstGeom prst="rect">
            <a:avLst/>
          </a:prstGeom>
        </p:spPr>
      </p:pic>
      <p:pic>
        <p:nvPicPr>
          <p:cNvPr id="20" name="Graphic 19">
            <a:extLst>
              <a:ext uri="{FF2B5EF4-FFF2-40B4-BE49-F238E27FC236}">
                <a16:creationId xmlns:a16="http://schemas.microsoft.com/office/drawing/2014/main" id="{D972228C-1A13-40AD-55C3-4C6140F7D1F7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rcRect b="19128"/>
          <a:stretch>
            <a:fillRect/>
          </a:stretch>
        </p:blipFill>
        <p:spPr>
          <a:xfrm>
            <a:off x="2659312" y="1489448"/>
            <a:ext cx="609600" cy="616248"/>
          </a:xfrm>
          <a:prstGeom prst="rect">
            <a:avLst/>
          </a:prstGeom>
        </p:spPr>
      </p:pic>
      <p:grpSp>
        <p:nvGrpSpPr>
          <p:cNvPr id="41" name="Group 40">
            <a:extLst>
              <a:ext uri="{FF2B5EF4-FFF2-40B4-BE49-F238E27FC236}">
                <a16:creationId xmlns:a16="http://schemas.microsoft.com/office/drawing/2014/main" id="{379DF967-67D0-B41C-8FA0-17DD0ECA1A4D}"/>
              </a:ext>
            </a:extLst>
          </p:cNvPr>
          <p:cNvGrpSpPr/>
          <p:nvPr/>
        </p:nvGrpSpPr>
        <p:grpSpPr>
          <a:xfrm>
            <a:off x="1211796" y="2838450"/>
            <a:ext cx="2420133" cy="1411921"/>
            <a:chOff x="1200498" y="3123901"/>
            <a:chExt cx="2420133" cy="1411921"/>
          </a:xfrm>
        </p:grpSpPr>
        <p:grpSp>
          <p:nvGrpSpPr>
            <p:cNvPr id="26" name="Group 25">
              <a:extLst>
                <a:ext uri="{FF2B5EF4-FFF2-40B4-BE49-F238E27FC236}">
                  <a16:creationId xmlns:a16="http://schemas.microsoft.com/office/drawing/2014/main" id="{0E449E1B-B7C2-9515-8EEA-E1951864FF9E}"/>
                </a:ext>
              </a:extLst>
            </p:cNvPr>
            <p:cNvGrpSpPr/>
            <p:nvPr/>
          </p:nvGrpSpPr>
          <p:grpSpPr>
            <a:xfrm>
              <a:off x="1200498" y="3123901"/>
              <a:ext cx="1154126" cy="881386"/>
              <a:chOff x="2104220" y="2285128"/>
              <a:chExt cx="1154126" cy="881386"/>
            </a:xfrm>
          </p:grpSpPr>
          <p:grpSp>
            <p:nvGrpSpPr>
              <p:cNvPr id="22" name="Group 21">
                <a:extLst>
                  <a:ext uri="{FF2B5EF4-FFF2-40B4-BE49-F238E27FC236}">
                    <a16:creationId xmlns:a16="http://schemas.microsoft.com/office/drawing/2014/main" id="{B4BCA576-431B-3E42-BBA5-0560EA1481CD}"/>
                  </a:ext>
                </a:extLst>
              </p:cNvPr>
              <p:cNvGrpSpPr/>
              <p:nvPr/>
            </p:nvGrpSpPr>
            <p:grpSpPr>
              <a:xfrm>
                <a:off x="2285729" y="2285128"/>
                <a:ext cx="972617" cy="616248"/>
                <a:chOff x="2285729" y="2285128"/>
                <a:chExt cx="972617" cy="616248"/>
              </a:xfrm>
            </p:grpSpPr>
            <p:pic>
              <p:nvPicPr>
                <p:cNvPr id="15" name="Graphic 14">
                  <a:extLst>
                    <a:ext uri="{FF2B5EF4-FFF2-40B4-BE49-F238E27FC236}">
                      <a16:creationId xmlns:a16="http://schemas.microsoft.com/office/drawing/2014/main" id="{D7251807-E5B3-2E99-3FBC-4C679AF07613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14">
                  <a:extLst>
                    <a:ext uri="{96DAC541-7B7A-43D3-8B79-37D633B846F1}">
                      <asvg:svgBlip xmlns:asvg="http://schemas.microsoft.com/office/drawing/2016/SVG/main" r:embed="rId15"/>
                    </a:ext>
                  </a:extLst>
                </a:blip>
                <a:srcRect b="19128"/>
                <a:stretch>
                  <a:fillRect/>
                </a:stretch>
              </p:blipFill>
              <p:spPr>
                <a:xfrm>
                  <a:off x="2285729" y="2285128"/>
                  <a:ext cx="609600" cy="616248"/>
                </a:xfrm>
                <a:prstGeom prst="rect">
                  <a:avLst/>
                </a:prstGeom>
              </p:spPr>
            </p:pic>
            <p:pic>
              <p:nvPicPr>
                <p:cNvPr id="21" name="Graphic 20">
                  <a:extLst>
                    <a:ext uri="{FF2B5EF4-FFF2-40B4-BE49-F238E27FC236}">
                      <a16:creationId xmlns:a16="http://schemas.microsoft.com/office/drawing/2014/main" id="{3EA3EE83-1B77-41E2-820C-9D07A5418817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14">
                  <a:extLst>
                    <a:ext uri="{96DAC541-7B7A-43D3-8B79-37D633B846F1}">
                      <asvg:svgBlip xmlns:asvg="http://schemas.microsoft.com/office/drawing/2016/SVG/main" r:embed="rId15"/>
                    </a:ext>
                  </a:extLst>
                </a:blip>
                <a:srcRect b="19128"/>
                <a:stretch>
                  <a:fillRect/>
                </a:stretch>
              </p:blipFill>
              <p:spPr>
                <a:xfrm>
                  <a:off x="2648746" y="2285128"/>
                  <a:ext cx="609600" cy="616248"/>
                </a:xfrm>
                <a:prstGeom prst="rect">
                  <a:avLst/>
                </a:prstGeom>
              </p:spPr>
            </p:pic>
          </p:grpSp>
          <p:grpSp>
            <p:nvGrpSpPr>
              <p:cNvPr id="23" name="Group 22">
                <a:extLst>
                  <a:ext uri="{FF2B5EF4-FFF2-40B4-BE49-F238E27FC236}">
                    <a16:creationId xmlns:a16="http://schemas.microsoft.com/office/drawing/2014/main" id="{21619664-4EBC-8C8B-EB36-49295F1A7746}"/>
                  </a:ext>
                </a:extLst>
              </p:cNvPr>
              <p:cNvGrpSpPr/>
              <p:nvPr/>
            </p:nvGrpSpPr>
            <p:grpSpPr>
              <a:xfrm>
                <a:off x="2104220" y="2550266"/>
                <a:ext cx="972617" cy="616248"/>
                <a:chOff x="2285729" y="2285128"/>
                <a:chExt cx="972617" cy="616248"/>
              </a:xfrm>
            </p:grpSpPr>
            <p:pic>
              <p:nvPicPr>
                <p:cNvPr id="24" name="Graphic 23">
                  <a:extLst>
                    <a:ext uri="{FF2B5EF4-FFF2-40B4-BE49-F238E27FC236}">
                      <a16:creationId xmlns:a16="http://schemas.microsoft.com/office/drawing/2014/main" id="{80D2041D-45BF-D650-4C95-F5089BA8D82B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14">
                  <a:extLst>
                    <a:ext uri="{96DAC541-7B7A-43D3-8B79-37D633B846F1}">
                      <asvg:svgBlip xmlns:asvg="http://schemas.microsoft.com/office/drawing/2016/SVG/main" r:embed="rId15"/>
                    </a:ext>
                  </a:extLst>
                </a:blip>
                <a:srcRect b="19128"/>
                <a:stretch>
                  <a:fillRect/>
                </a:stretch>
              </p:blipFill>
              <p:spPr>
                <a:xfrm>
                  <a:off x="2285729" y="2285128"/>
                  <a:ext cx="609600" cy="616248"/>
                </a:xfrm>
                <a:prstGeom prst="rect">
                  <a:avLst/>
                </a:prstGeom>
              </p:spPr>
            </p:pic>
            <p:pic>
              <p:nvPicPr>
                <p:cNvPr id="25" name="Graphic 24">
                  <a:extLst>
                    <a:ext uri="{FF2B5EF4-FFF2-40B4-BE49-F238E27FC236}">
                      <a16:creationId xmlns:a16="http://schemas.microsoft.com/office/drawing/2014/main" id="{209F511F-F7A8-4D46-3754-7DAB8D520611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14">
                  <a:extLst>
                    <a:ext uri="{96DAC541-7B7A-43D3-8B79-37D633B846F1}">
                      <asvg:svgBlip xmlns:asvg="http://schemas.microsoft.com/office/drawing/2016/SVG/main" r:embed="rId15"/>
                    </a:ext>
                  </a:extLst>
                </a:blip>
                <a:srcRect b="19128"/>
                <a:stretch>
                  <a:fillRect/>
                </a:stretch>
              </p:blipFill>
              <p:spPr>
                <a:xfrm>
                  <a:off x="2648746" y="2285128"/>
                  <a:ext cx="609600" cy="616248"/>
                </a:xfrm>
                <a:prstGeom prst="rect">
                  <a:avLst/>
                </a:prstGeom>
              </p:spPr>
            </p:pic>
          </p:grpSp>
        </p:grpSp>
        <p:grpSp>
          <p:nvGrpSpPr>
            <p:cNvPr id="27" name="Group 26">
              <a:extLst>
                <a:ext uri="{FF2B5EF4-FFF2-40B4-BE49-F238E27FC236}">
                  <a16:creationId xmlns:a16="http://schemas.microsoft.com/office/drawing/2014/main" id="{BBF2B5F8-588D-5B4A-274F-F8AEF870A92F}"/>
                </a:ext>
              </a:extLst>
            </p:cNvPr>
            <p:cNvGrpSpPr/>
            <p:nvPr/>
          </p:nvGrpSpPr>
          <p:grpSpPr>
            <a:xfrm>
              <a:off x="1563515" y="3654436"/>
              <a:ext cx="1154126" cy="881386"/>
              <a:chOff x="2104220" y="2285128"/>
              <a:chExt cx="1154126" cy="881386"/>
            </a:xfrm>
          </p:grpSpPr>
          <p:grpSp>
            <p:nvGrpSpPr>
              <p:cNvPr id="28" name="Group 27">
                <a:extLst>
                  <a:ext uri="{FF2B5EF4-FFF2-40B4-BE49-F238E27FC236}">
                    <a16:creationId xmlns:a16="http://schemas.microsoft.com/office/drawing/2014/main" id="{7D594F39-0D18-2CA0-4DA0-752055632AC6}"/>
                  </a:ext>
                </a:extLst>
              </p:cNvPr>
              <p:cNvGrpSpPr/>
              <p:nvPr/>
            </p:nvGrpSpPr>
            <p:grpSpPr>
              <a:xfrm>
                <a:off x="2285729" y="2285128"/>
                <a:ext cx="972617" cy="616248"/>
                <a:chOff x="2285729" y="2285128"/>
                <a:chExt cx="972617" cy="616248"/>
              </a:xfrm>
            </p:grpSpPr>
            <p:pic>
              <p:nvPicPr>
                <p:cNvPr id="32" name="Graphic 31">
                  <a:extLst>
                    <a:ext uri="{FF2B5EF4-FFF2-40B4-BE49-F238E27FC236}">
                      <a16:creationId xmlns:a16="http://schemas.microsoft.com/office/drawing/2014/main" id="{9E9D2DD5-4F6D-F725-0D72-16A661B96F88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14">
                  <a:extLst>
                    <a:ext uri="{96DAC541-7B7A-43D3-8B79-37D633B846F1}">
                      <asvg:svgBlip xmlns:asvg="http://schemas.microsoft.com/office/drawing/2016/SVG/main" r:embed="rId15"/>
                    </a:ext>
                  </a:extLst>
                </a:blip>
                <a:srcRect b="19128"/>
                <a:stretch>
                  <a:fillRect/>
                </a:stretch>
              </p:blipFill>
              <p:spPr>
                <a:xfrm>
                  <a:off x="2285729" y="2285128"/>
                  <a:ext cx="609600" cy="616248"/>
                </a:xfrm>
                <a:prstGeom prst="rect">
                  <a:avLst/>
                </a:prstGeom>
              </p:spPr>
            </p:pic>
            <p:pic>
              <p:nvPicPr>
                <p:cNvPr id="33" name="Graphic 32">
                  <a:extLst>
                    <a:ext uri="{FF2B5EF4-FFF2-40B4-BE49-F238E27FC236}">
                      <a16:creationId xmlns:a16="http://schemas.microsoft.com/office/drawing/2014/main" id="{F32E2FFB-A6FE-7DF9-ABFB-5B88D9B3C397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14">
                  <a:extLst>
                    <a:ext uri="{96DAC541-7B7A-43D3-8B79-37D633B846F1}">
                      <asvg:svgBlip xmlns:asvg="http://schemas.microsoft.com/office/drawing/2016/SVG/main" r:embed="rId15"/>
                    </a:ext>
                  </a:extLst>
                </a:blip>
                <a:srcRect b="19128"/>
                <a:stretch>
                  <a:fillRect/>
                </a:stretch>
              </p:blipFill>
              <p:spPr>
                <a:xfrm>
                  <a:off x="2648746" y="2285128"/>
                  <a:ext cx="609600" cy="616248"/>
                </a:xfrm>
                <a:prstGeom prst="rect">
                  <a:avLst/>
                </a:prstGeom>
              </p:spPr>
            </p:pic>
          </p:grpSp>
          <p:grpSp>
            <p:nvGrpSpPr>
              <p:cNvPr id="29" name="Group 28">
                <a:extLst>
                  <a:ext uri="{FF2B5EF4-FFF2-40B4-BE49-F238E27FC236}">
                    <a16:creationId xmlns:a16="http://schemas.microsoft.com/office/drawing/2014/main" id="{8D7080BB-3961-3F70-9DEB-C2B5226B239A}"/>
                  </a:ext>
                </a:extLst>
              </p:cNvPr>
              <p:cNvGrpSpPr/>
              <p:nvPr/>
            </p:nvGrpSpPr>
            <p:grpSpPr>
              <a:xfrm>
                <a:off x="2104220" y="2550266"/>
                <a:ext cx="972617" cy="616248"/>
                <a:chOff x="2285729" y="2285128"/>
                <a:chExt cx="972617" cy="616248"/>
              </a:xfrm>
            </p:grpSpPr>
            <p:pic>
              <p:nvPicPr>
                <p:cNvPr id="30" name="Graphic 29">
                  <a:extLst>
                    <a:ext uri="{FF2B5EF4-FFF2-40B4-BE49-F238E27FC236}">
                      <a16:creationId xmlns:a16="http://schemas.microsoft.com/office/drawing/2014/main" id="{54F28690-6B8B-8F32-2B20-B968B8FCE311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14">
                  <a:extLst>
                    <a:ext uri="{96DAC541-7B7A-43D3-8B79-37D633B846F1}">
                      <asvg:svgBlip xmlns:asvg="http://schemas.microsoft.com/office/drawing/2016/SVG/main" r:embed="rId15"/>
                    </a:ext>
                  </a:extLst>
                </a:blip>
                <a:srcRect b="19128"/>
                <a:stretch>
                  <a:fillRect/>
                </a:stretch>
              </p:blipFill>
              <p:spPr>
                <a:xfrm>
                  <a:off x="2285729" y="2285128"/>
                  <a:ext cx="609600" cy="616248"/>
                </a:xfrm>
                <a:prstGeom prst="rect">
                  <a:avLst/>
                </a:prstGeom>
              </p:spPr>
            </p:pic>
            <p:pic>
              <p:nvPicPr>
                <p:cNvPr id="31" name="Graphic 30">
                  <a:extLst>
                    <a:ext uri="{FF2B5EF4-FFF2-40B4-BE49-F238E27FC236}">
                      <a16:creationId xmlns:a16="http://schemas.microsoft.com/office/drawing/2014/main" id="{CB96E644-B80E-B254-5A0D-E484A878B06B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14">
                  <a:extLst>
                    <a:ext uri="{96DAC541-7B7A-43D3-8B79-37D633B846F1}">
                      <asvg:svgBlip xmlns:asvg="http://schemas.microsoft.com/office/drawing/2016/SVG/main" r:embed="rId15"/>
                    </a:ext>
                  </a:extLst>
                </a:blip>
                <a:srcRect b="19128"/>
                <a:stretch>
                  <a:fillRect/>
                </a:stretch>
              </p:blipFill>
              <p:spPr>
                <a:xfrm>
                  <a:off x="2648746" y="2285128"/>
                  <a:ext cx="609600" cy="616248"/>
                </a:xfrm>
                <a:prstGeom prst="rect">
                  <a:avLst/>
                </a:prstGeom>
              </p:spPr>
            </p:pic>
          </p:grpSp>
        </p:grpSp>
        <p:grpSp>
          <p:nvGrpSpPr>
            <p:cNvPr id="34" name="Group 33">
              <a:extLst>
                <a:ext uri="{FF2B5EF4-FFF2-40B4-BE49-F238E27FC236}">
                  <a16:creationId xmlns:a16="http://schemas.microsoft.com/office/drawing/2014/main" id="{C255A91F-A1C4-2646-54FA-701A302DEE42}"/>
                </a:ext>
              </a:extLst>
            </p:cNvPr>
            <p:cNvGrpSpPr/>
            <p:nvPr/>
          </p:nvGrpSpPr>
          <p:grpSpPr>
            <a:xfrm>
              <a:off x="2466505" y="3389298"/>
              <a:ext cx="1154126" cy="881386"/>
              <a:chOff x="2104220" y="2285128"/>
              <a:chExt cx="1154126" cy="881386"/>
            </a:xfrm>
          </p:grpSpPr>
          <p:grpSp>
            <p:nvGrpSpPr>
              <p:cNvPr id="35" name="Group 34">
                <a:extLst>
                  <a:ext uri="{FF2B5EF4-FFF2-40B4-BE49-F238E27FC236}">
                    <a16:creationId xmlns:a16="http://schemas.microsoft.com/office/drawing/2014/main" id="{EDCE9A2B-C79C-151B-5836-8B83CDED1826}"/>
                  </a:ext>
                </a:extLst>
              </p:cNvPr>
              <p:cNvGrpSpPr/>
              <p:nvPr/>
            </p:nvGrpSpPr>
            <p:grpSpPr>
              <a:xfrm>
                <a:off x="2285729" y="2285128"/>
                <a:ext cx="972617" cy="616248"/>
                <a:chOff x="2285729" y="2285128"/>
                <a:chExt cx="972617" cy="616248"/>
              </a:xfrm>
            </p:grpSpPr>
            <p:pic>
              <p:nvPicPr>
                <p:cNvPr id="39" name="Graphic 38">
                  <a:extLst>
                    <a:ext uri="{FF2B5EF4-FFF2-40B4-BE49-F238E27FC236}">
                      <a16:creationId xmlns:a16="http://schemas.microsoft.com/office/drawing/2014/main" id="{2DDD8753-653A-B500-0864-664058F15610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14">
                  <a:extLst>
                    <a:ext uri="{96DAC541-7B7A-43D3-8B79-37D633B846F1}">
                      <asvg:svgBlip xmlns:asvg="http://schemas.microsoft.com/office/drawing/2016/SVG/main" r:embed="rId15"/>
                    </a:ext>
                  </a:extLst>
                </a:blip>
                <a:srcRect b="19128"/>
                <a:stretch>
                  <a:fillRect/>
                </a:stretch>
              </p:blipFill>
              <p:spPr>
                <a:xfrm>
                  <a:off x="2285729" y="2285128"/>
                  <a:ext cx="609600" cy="616248"/>
                </a:xfrm>
                <a:prstGeom prst="rect">
                  <a:avLst/>
                </a:prstGeom>
              </p:spPr>
            </p:pic>
            <p:pic>
              <p:nvPicPr>
                <p:cNvPr id="40" name="Graphic 39">
                  <a:extLst>
                    <a:ext uri="{FF2B5EF4-FFF2-40B4-BE49-F238E27FC236}">
                      <a16:creationId xmlns:a16="http://schemas.microsoft.com/office/drawing/2014/main" id="{222253BA-DE01-1FE5-7991-792FD25DE9A1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14">
                  <a:extLst>
                    <a:ext uri="{96DAC541-7B7A-43D3-8B79-37D633B846F1}">
                      <asvg:svgBlip xmlns:asvg="http://schemas.microsoft.com/office/drawing/2016/SVG/main" r:embed="rId15"/>
                    </a:ext>
                  </a:extLst>
                </a:blip>
                <a:srcRect b="19128"/>
                <a:stretch>
                  <a:fillRect/>
                </a:stretch>
              </p:blipFill>
              <p:spPr>
                <a:xfrm>
                  <a:off x="2648746" y="2285128"/>
                  <a:ext cx="609600" cy="616248"/>
                </a:xfrm>
                <a:prstGeom prst="rect">
                  <a:avLst/>
                </a:prstGeom>
              </p:spPr>
            </p:pic>
          </p:grpSp>
          <p:grpSp>
            <p:nvGrpSpPr>
              <p:cNvPr id="36" name="Group 35">
                <a:extLst>
                  <a:ext uri="{FF2B5EF4-FFF2-40B4-BE49-F238E27FC236}">
                    <a16:creationId xmlns:a16="http://schemas.microsoft.com/office/drawing/2014/main" id="{77E6A2A0-D2E7-1C74-25CE-E84199597335}"/>
                  </a:ext>
                </a:extLst>
              </p:cNvPr>
              <p:cNvGrpSpPr/>
              <p:nvPr/>
            </p:nvGrpSpPr>
            <p:grpSpPr>
              <a:xfrm>
                <a:off x="2104220" y="2550266"/>
                <a:ext cx="972617" cy="616248"/>
                <a:chOff x="2285729" y="2285128"/>
                <a:chExt cx="972617" cy="616248"/>
              </a:xfrm>
            </p:grpSpPr>
            <p:pic>
              <p:nvPicPr>
                <p:cNvPr id="37" name="Graphic 36">
                  <a:extLst>
                    <a:ext uri="{FF2B5EF4-FFF2-40B4-BE49-F238E27FC236}">
                      <a16:creationId xmlns:a16="http://schemas.microsoft.com/office/drawing/2014/main" id="{FD6AA8CB-EBBA-7F55-55F3-315D53A01AA8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14">
                  <a:extLst>
                    <a:ext uri="{96DAC541-7B7A-43D3-8B79-37D633B846F1}">
                      <asvg:svgBlip xmlns:asvg="http://schemas.microsoft.com/office/drawing/2016/SVG/main" r:embed="rId15"/>
                    </a:ext>
                  </a:extLst>
                </a:blip>
                <a:srcRect b="19128"/>
                <a:stretch>
                  <a:fillRect/>
                </a:stretch>
              </p:blipFill>
              <p:spPr>
                <a:xfrm>
                  <a:off x="2285729" y="2285128"/>
                  <a:ext cx="609600" cy="616248"/>
                </a:xfrm>
                <a:prstGeom prst="rect">
                  <a:avLst/>
                </a:prstGeom>
              </p:spPr>
            </p:pic>
            <p:pic>
              <p:nvPicPr>
                <p:cNvPr id="38" name="Graphic 37">
                  <a:extLst>
                    <a:ext uri="{FF2B5EF4-FFF2-40B4-BE49-F238E27FC236}">
                      <a16:creationId xmlns:a16="http://schemas.microsoft.com/office/drawing/2014/main" id="{E9C7F07C-61F4-E834-D633-B288D626909D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14">
                  <a:extLst>
                    <a:ext uri="{96DAC541-7B7A-43D3-8B79-37D633B846F1}">
                      <asvg:svgBlip xmlns:asvg="http://schemas.microsoft.com/office/drawing/2016/SVG/main" r:embed="rId15"/>
                    </a:ext>
                  </a:extLst>
                </a:blip>
                <a:srcRect b="19128"/>
                <a:stretch>
                  <a:fillRect/>
                </a:stretch>
              </p:blipFill>
              <p:spPr>
                <a:xfrm>
                  <a:off x="2648746" y="2285128"/>
                  <a:ext cx="609600" cy="616248"/>
                </a:xfrm>
                <a:prstGeom prst="rect">
                  <a:avLst/>
                </a:prstGeom>
              </p:spPr>
            </p:pic>
          </p:grpSp>
        </p:grpSp>
      </p:grpSp>
      <p:pic>
        <p:nvPicPr>
          <p:cNvPr id="45" name="Graphic 44">
            <a:extLst>
              <a:ext uri="{FF2B5EF4-FFF2-40B4-BE49-F238E27FC236}">
                <a16:creationId xmlns:a16="http://schemas.microsoft.com/office/drawing/2014/main" id="{C638F652-2FA6-66F5-9037-4CBFEE54B327}"/>
              </a:ext>
            </a:extLst>
          </p:cNvPr>
          <p:cNvPicPr>
            <a:picLocks noChangeAspect="1"/>
          </p:cNvPicPr>
          <p:nvPr/>
        </p:nvPicPr>
        <p:blipFill>
          <a:blip r:embed="rId16">
            <a:extLst>
              <a:ext uri="{96DAC541-7B7A-43D3-8B79-37D633B846F1}">
                <asvg:svgBlip xmlns:asvg="http://schemas.microsoft.com/office/drawing/2016/SVG/main" r:embed="rId17"/>
              </a:ext>
            </a:extLst>
          </a:blip>
          <a:srcRect b="17615"/>
          <a:stretch>
            <a:fillRect/>
          </a:stretch>
        </p:blipFill>
        <p:spPr>
          <a:xfrm>
            <a:off x="3500310" y="1760909"/>
            <a:ext cx="390225" cy="403056"/>
          </a:xfrm>
          <a:prstGeom prst="rect">
            <a:avLst/>
          </a:prstGeom>
        </p:spPr>
      </p:pic>
      <p:pic>
        <p:nvPicPr>
          <p:cNvPr id="51" name="Graphic 50">
            <a:extLst>
              <a:ext uri="{FF2B5EF4-FFF2-40B4-BE49-F238E27FC236}">
                <a16:creationId xmlns:a16="http://schemas.microsoft.com/office/drawing/2014/main" id="{046BE48F-D3C4-AD5B-6A04-C78732CBCA59}"/>
              </a:ext>
            </a:extLst>
          </p:cNvPr>
          <p:cNvPicPr>
            <a:picLocks noChangeAspect="1"/>
          </p:cNvPicPr>
          <p:nvPr/>
        </p:nvPicPr>
        <p:blipFill>
          <a:blip r:embed="rId18">
            <a:extLst>
              <a:ext uri="{96DAC541-7B7A-43D3-8B79-37D633B846F1}">
                <asvg:svgBlip xmlns:asvg="http://schemas.microsoft.com/office/drawing/2016/SVG/main" r:embed="rId19"/>
              </a:ext>
            </a:extLst>
          </a:blip>
          <a:srcRect b="18811"/>
          <a:stretch>
            <a:fillRect/>
          </a:stretch>
        </p:blipFill>
        <p:spPr>
          <a:xfrm>
            <a:off x="3765762" y="2624966"/>
            <a:ext cx="640279" cy="644591"/>
          </a:xfrm>
          <a:prstGeom prst="rect">
            <a:avLst/>
          </a:prstGeom>
        </p:spPr>
      </p:pic>
      <p:pic>
        <p:nvPicPr>
          <p:cNvPr id="53" name="Graphic 52">
            <a:extLst>
              <a:ext uri="{FF2B5EF4-FFF2-40B4-BE49-F238E27FC236}">
                <a16:creationId xmlns:a16="http://schemas.microsoft.com/office/drawing/2014/main" id="{80BCF740-9369-0238-236A-CC640AC7C1A1}"/>
              </a:ext>
            </a:extLst>
          </p:cNvPr>
          <p:cNvPicPr>
            <a:picLocks noChangeAspect="1"/>
          </p:cNvPicPr>
          <p:nvPr/>
        </p:nvPicPr>
        <p:blipFill>
          <a:blip r:embed="rId20">
            <a:extLst>
              <a:ext uri="{96DAC541-7B7A-43D3-8B79-37D633B846F1}">
                <asvg:svgBlip xmlns:asvg="http://schemas.microsoft.com/office/drawing/2016/SVG/main" r:embed="rId21"/>
              </a:ext>
            </a:extLst>
          </a:blip>
          <a:srcRect b="21308"/>
          <a:stretch>
            <a:fillRect/>
          </a:stretch>
        </p:blipFill>
        <p:spPr>
          <a:xfrm>
            <a:off x="3656392" y="3461732"/>
            <a:ext cx="691857" cy="670590"/>
          </a:xfrm>
          <a:prstGeom prst="rect">
            <a:avLst/>
          </a:prstGeom>
        </p:spPr>
      </p:pic>
      <p:pic>
        <p:nvPicPr>
          <p:cNvPr id="55" name="Graphic 54">
            <a:extLst>
              <a:ext uri="{FF2B5EF4-FFF2-40B4-BE49-F238E27FC236}">
                <a16:creationId xmlns:a16="http://schemas.microsoft.com/office/drawing/2014/main" id="{E4F3849B-214D-5649-74C3-097260E67F75}"/>
              </a:ext>
            </a:extLst>
          </p:cNvPr>
          <p:cNvPicPr>
            <a:picLocks noChangeAspect="1"/>
          </p:cNvPicPr>
          <p:nvPr/>
        </p:nvPicPr>
        <p:blipFill>
          <a:blip r:embed="rId22">
            <a:extLst>
              <a:ext uri="{96DAC541-7B7A-43D3-8B79-37D633B846F1}">
                <asvg:svgBlip xmlns:asvg="http://schemas.microsoft.com/office/drawing/2016/SVG/main" r:embed="rId23"/>
              </a:ext>
            </a:extLst>
          </a:blip>
          <a:srcRect b="14881"/>
          <a:stretch>
            <a:fillRect/>
          </a:stretch>
        </p:blipFill>
        <p:spPr>
          <a:xfrm>
            <a:off x="4476773" y="1595043"/>
            <a:ext cx="800040" cy="838773"/>
          </a:xfrm>
          <a:prstGeom prst="rect">
            <a:avLst/>
          </a:prstGeom>
        </p:spPr>
      </p:pic>
      <p:sp>
        <p:nvSpPr>
          <p:cNvPr id="56" name="TextBox 55">
            <a:extLst>
              <a:ext uri="{FF2B5EF4-FFF2-40B4-BE49-F238E27FC236}">
                <a16:creationId xmlns:a16="http://schemas.microsoft.com/office/drawing/2014/main" id="{61FD4D30-3886-4FA6-A50A-C5445FDDF9DC}"/>
              </a:ext>
            </a:extLst>
          </p:cNvPr>
          <p:cNvSpPr txBox="1"/>
          <p:nvPr/>
        </p:nvSpPr>
        <p:spPr>
          <a:xfrm>
            <a:off x="436608" y="706364"/>
            <a:ext cx="202112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dirty="0"/>
              <a:t>Target Infrastructure</a:t>
            </a:r>
          </a:p>
        </p:txBody>
      </p:sp>
      <p:pic>
        <p:nvPicPr>
          <p:cNvPr id="58" name="Graphic 57">
            <a:extLst>
              <a:ext uri="{FF2B5EF4-FFF2-40B4-BE49-F238E27FC236}">
                <a16:creationId xmlns:a16="http://schemas.microsoft.com/office/drawing/2014/main" id="{6AE5E239-24BF-9939-58E0-C5C1D0475CF3}"/>
              </a:ext>
            </a:extLst>
          </p:cNvPr>
          <p:cNvPicPr>
            <a:picLocks noChangeAspect="1"/>
          </p:cNvPicPr>
          <p:nvPr/>
        </p:nvPicPr>
        <p:blipFill>
          <a:blip r:embed="rId16">
            <a:extLst>
              <a:ext uri="{96DAC541-7B7A-43D3-8B79-37D633B846F1}">
                <asvg:svgBlip xmlns:asvg="http://schemas.microsoft.com/office/drawing/2016/SVG/main" r:embed="rId17"/>
              </a:ext>
            </a:extLst>
          </a:blip>
          <a:srcRect b="17615"/>
          <a:stretch>
            <a:fillRect/>
          </a:stretch>
        </p:blipFill>
        <p:spPr>
          <a:xfrm>
            <a:off x="4014384" y="1760909"/>
            <a:ext cx="390225" cy="403056"/>
          </a:xfrm>
          <a:prstGeom prst="rect">
            <a:avLst/>
          </a:prstGeom>
        </p:spPr>
      </p:pic>
      <p:pic>
        <p:nvPicPr>
          <p:cNvPr id="60" name="Graphic 59">
            <a:extLst>
              <a:ext uri="{FF2B5EF4-FFF2-40B4-BE49-F238E27FC236}">
                <a16:creationId xmlns:a16="http://schemas.microsoft.com/office/drawing/2014/main" id="{E1015285-879F-E1E2-959F-F2663EF61852}"/>
              </a:ext>
            </a:extLst>
          </p:cNvPr>
          <p:cNvPicPr>
            <a:picLocks noChangeAspect="1"/>
          </p:cNvPicPr>
          <p:nvPr/>
        </p:nvPicPr>
        <p:blipFill>
          <a:blip r:embed="rId24">
            <a:extLst>
              <a:ext uri="{96DAC541-7B7A-43D3-8B79-37D633B846F1}">
                <asvg:svgBlip xmlns:asvg="http://schemas.microsoft.com/office/drawing/2016/SVG/main" r:embed="rId25"/>
              </a:ext>
            </a:extLst>
          </a:blip>
          <a:srcRect b="15850"/>
          <a:stretch>
            <a:fillRect/>
          </a:stretch>
        </p:blipFill>
        <p:spPr>
          <a:xfrm>
            <a:off x="3659955" y="950732"/>
            <a:ext cx="567186" cy="587874"/>
          </a:xfrm>
          <a:prstGeom prst="rect">
            <a:avLst/>
          </a:prstGeom>
        </p:spPr>
      </p:pic>
      <p:sp>
        <p:nvSpPr>
          <p:cNvPr id="61" name="TextBox 60">
            <a:extLst>
              <a:ext uri="{FF2B5EF4-FFF2-40B4-BE49-F238E27FC236}">
                <a16:creationId xmlns:a16="http://schemas.microsoft.com/office/drawing/2014/main" id="{0188DF13-4EF2-9852-7497-43EBD3FDFADF}"/>
              </a:ext>
            </a:extLst>
          </p:cNvPr>
          <p:cNvSpPr txBox="1"/>
          <p:nvPr/>
        </p:nvSpPr>
        <p:spPr>
          <a:xfrm>
            <a:off x="3421999" y="2076642"/>
            <a:ext cx="112082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000" dirty="0"/>
              <a:t>Knowledge Base </a:t>
            </a:r>
            <a:br>
              <a:rPr lang="en-US" sz="1000" dirty="0"/>
            </a:br>
            <a:r>
              <a:rPr lang="en-US" sz="1000" dirty="0"/>
              <a:t>Agents</a:t>
            </a:r>
          </a:p>
        </p:txBody>
      </p:sp>
      <p:cxnSp>
        <p:nvCxnSpPr>
          <p:cNvPr id="64" name="Straight Arrow Connector 63">
            <a:extLst>
              <a:ext uri="{FF2B5EF4-FFF2-40B4-BE49-F238E27FC236}">
                <a16:creationId xmlns:a16="http://schemas.microsoft.com/office/drawing/2014/main" id="{C73C8F4F-F494-8699-1709-5115CA36F384}"/>
              </a:ext>
            </a:extLst>
          </p:cNvPr>
          <p:cNvCxnSpPr>
            <a:cxnSpLocks/>
          </p:cNvCxnSpPr>
          <p:nvPr/>
        </p:nvCxnSpPr>
        <p:spPr>
          <a:xfrm>
            <a:off x="4073011" y="1527027"/>
            <a:ext cx="68403" cy="217695"/>
          </a:xfrm>
          <a:prstGeom prst="straightConnector1">
            <a:avLst/>
          </a:prstGeom>
          <a:ln w="15875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8" name="Straight Arrow Connector 67">
            <a:extLst>
              <a:ext uri="{FF2B5EF4-FFF2-40B4-BE49-F238E27FC236}">
                <a16:creationId xmlns:a16="http://schemas.microsoft.com/office/drawing/2014/main" id="{47521285-498A-0BD2-8D0D-B98F3AAEFDF0}"/>
              </a:ext>
            </a:extLst>
          </p:cNvPr>
          <p:cNvCxnSpPr>
            <a:cxnSpLocks/>
          </p:cNvCxnSpPr>
          <p:nvPr/>
        </p:nvCxnSpPr>
        <p:spPr>
          <a:xfrm flipH="1">
            <a:off x="3774738" y="1527027"/>
            <a:ext cx="68403" cy="217695"/>
          </a:xfrm>
          <a:prstGeom prst="straightConnector1">
            <a:avLst/>
          </a:prstGeom>
          <a:ln w="15875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9" name="TextBox 68">
            <a:extLst>
              <a:ext uri="{FF2B5EF4-FFF2-40B4-BE49-F238E27FC236}">
                <a16:creationId xmlns:a16="http://schemas.microsoft.com/office/drawing/2014/main" id="{0A187C57-F271-17C7-1E88-5862DDB90DBB}"/>
              </a:ext>
            </a:extLst>
          </p:cNvPr>
          <p:cNvSpPr txBox="1"/>
          <p:nvPr/>
        </p:nvSpPr>
        <p:spPr>
          <a:xfrm>
            <a:off x="3402603" y="772105"/>
            <a:ext cx="1053495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000" dirty="0"/>
              <a:t>Documentation</a:t>
            </a:r>
          </a:p>
        </p:txBody>
      </p:sp>
      <p:cxnSp>
        <p:nvCxnSpPr>
          <p:cNvPr id="70" name="Straight Arrow Connector 69">
            <a:extLst>
              <a:ext uri="{FF2B5EF4-FFF2-40B4-BE49-F238E27FC236}">
                <a16:creationId xmlns:a16="http://schemas.microsoft.com/office/drawing/2014/main" id="{749D4625-C450-0E24-7201-4807575301F2}"/>
              </a:ext>
            </a:extLst>
          </p:cNvPr>
          <p:cNvCxnSpPr>
            <a:cxnSpLocks/>
          </p:cNvCxnSpPr>
          <p:nvPr/>
        </p:nvCxnSpPr>
        <p:spPr>
          <a:xfrm>
            <a:off x="4404609" y="2014429"/>
            <a:ext cx="289460" cy="0"/>
          </a:xfrm>
          <a:prstGeom prst="straightConnector1">
            <a:avLst/>
          </a:prstGeom>
          <a:ln w="15875">
            <a:solidFill>
              <a:schemeClr val="tx1"/>
            </a:solidFill>
            <a:headEnd type="triangl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2" name="TextBox 71">
            <a:extLst>
              <a:ext uri="{FF2B5EF4-FFF2-40B4-BE49-F238E27FC236}">
                <a16:creationId xmlns:a16="http://schemas.microsoft.com/office/drawing/2014/main" id="{6547458F-38A3-D47D-5AFF-1DBA6556388F}"/>
              </a:ext>
            </a:extLst>
          </p:cNvPr>
          <p:cNvSpPr txBox="1"/>
          <p:nvPr/>
        </p:nvSpPr>
        <p:spPr>
          <a:xfrm>
            <a:off x="4578473" y="2353641"/>
            <a:ext cx="596638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000" dirty="0"/>
              <a:t>Human</a:t>
            </a:r>
            <a:br>
              <a:rPr lang="en-US" sz="1000" dirty="0"/>
            </a:br>
            <a:r>
              <a:rPr lang="en-US" sz="1000" dirty="0"/>
              <a:t>Expert</a:t>
            </a:r>
          </a:p>
        </p:txBody>
      </p:sp>
      <p:cxnSp>
        <p:nvCxnSpPr>
          <p:cNvPr id="73" name="Straight Arrow Connector 72">
            <a:extLst>
              <a:ext uri="{FF2B5EF4-FFF2-40B4-BE49-F238E27FC236}">
                <a16:creationId xmlns:a16="http://schemas.microsoft.com/office/drawing/2014/main" id="{7C1471A1-3951-4439-84BB-871BC001DD99}"/>
              </a:ext>
            </a:extLst>
          </p:cNvPr>
          <p:cNvCxnSpPr>
            <a:cxnSpLocks/>
          </p:cNvCxnSpPr>
          <p:nvPr/>
        </p:nvCxnSpPr>
        <p:spPr>
          <a:xfrm>
            <a:off x="3983348" y="2440440"/>
            <a:ext cx="0" cy="180338"/>
          </a:xfrm>
          <a:prstGeom prst="straightConnector1">
            <a:avLst/>
          </a:prstGeom>
          <a:ln w="15875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5" name="TextBox 74">
            <a:extLst>
              <a:ext uri="{FF2B5EF4-FFF2-40B4-BE49-F238E27FC236}">
                <a16:creationId xmlns:a16="http://schemas.microsoft.com/office/drawing/2014/main" id="{3E566828-C4C3-6F63-BCDC-DC9D37A72EFD}"/>
              </a:ext>
            </a:extLst>
          </p:cNvPr>
          <p:cNvSpPr txBox="1"/>
          <p:nvPr/>
        </p:nvSpPr>
        <p:spPr>
          <a:xfrm>
            <a:off x="3647309" y="4047448"/>
            <a:ext cx="864339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000" dirty="0"/>
              <a:t>Observation</a:t>
            </a:r>
            <a:br>
              <a:rPr lang="en-US" sz="1000" dirty="0"/>
            </a:br>
            <a:r>
              <a:rPr lang="en-US" sz="1000" dirty="0"/>
              <a:t>Plan</a:t>
            </a:r>
          </a:p>
        </p:txBody>
      </p:sp>
      <p:sp>
        <p:nvSpPr>
          <p:cNvPr id="76" name="TextBox 75">
            <a:extLst>
              <a:ext uri="{FF2B5EF4-FFF2-40B4-BE49-F238E27FC236}">
                <a16:creationId xmlns:a16="http://schemas.microsoft.com/office/drawing/2014/main" id="{F0EA41F4-6F86-1533-8AA2-8205946FF75E}"/>
              </a:ext>
            </a:extLst>
          </p:cNvPr>
          <p:cNvSpPr txBox="1"/>
          <p:nvPr/>
        </p:nvSpPr>
        <p:spPr>
          <a:xfrm>
            <a:off x="3531892" y="3192307"/>
            <a:ext cx="1095172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000" dirty="0"/>
              <a:t>Knowledge Base</a:t>
            </a:r>
          </a:p>
        </p:txBody>
      </p:sp>
      <p:grpSp>
        <p:nvGrpSpPr>
          <p:cNvPr id="79" name="Group 78">
            <a:extLst>
              <a:ext uri="{FF2B5EF4-FFF2-40B4-BE49-F238E27FC236}">
                <a16:creationId xmlns:a16="http://schemas.microsoft.com/office/drawing/2014/main" id="{87DA4510-6A18-2DD8-B606-CA90EF1E9C53}"/>
              </a:ext>
            </a:extLst>
          </p:cNvPr>
          <p:cNvGrpSpPr/>
          <p:nvPr/>
        </p:nvGrpSpPr>
        <p:grpSpPr>
          <a:xfrm>
            <a:off x="2724562" y="3994546"/>
            <a:ext cx="718466" cy="711050"/>
            <a:chOff x="2946783" y="4040749"/>
            <a:chExt cx="718466" cy="711050"/>
          </a:xfrm>
        </p:grpSpPr>
        <p:pic>
          <p:nvPicPr>
            <p:cNvPr id="43" name="Graphic 42">
              <a:extLst>
                <a:ext uri="{FF2B5EF4-FFF2-40B4-BE49-F238E27FC236}">
                  <a16:creationId xmlns:a16="http://schemas.microsoft.com/office/drawing/2014/main" id="{43842A3A-A6BD-2C8B-1E4A-E8911BAA8127}"/>
                </a:ext>
              </a:extLst>
            </p:cNvPr>
            <p:cNvPicPr>
              <a:picLocks noChangeAspect="1"/>
            </p:cNvPicPr>
            <p:nvPr/>
          </p:nvPicPr>
          <p:blipFill>
            <a:blip r:embed="rId26">
              <a:extLst>
                <a:ext uri="{96DAC541-7B7A-43D3-8B79-37D633B846F1}">
                  <asvg:svgBlip xmlns:asvg="http://schemas.microsoft.com/office/drawing/2016/SVG/main" r:embed="rId27"/>
                </a:ext>
              </a:extLst>
            </a:blip>
            <a:srcRect b="16326"/>
            <a:stretch>
              <a:fillRect/>
            </a:stretch>
          </p:blipFill>
          <p:spPr>
            <a:xfrm>
              <a:off x="3087403" y="4040749"/>
              <a:ext cx="399645" cy="419244"/>
            </a:xfrm>
            <a:prstGeom prst="rect">
              <a:avLst/>
            </a:prstGeom>
          </p:spPr>
        </p:pic>
        <p:sp>
          <p:nvSpPr>
            <p:cNvPr id="78" name="TextBox 77">
              <a:extLst>
                <a:ext uri="{FF2B5EF4-FFF2-40B4-BE49-F238E27FC236}">
                  <a16:creationId xmlns:a16="http://schemas.microsoft.com/office/drawing/2014/main" id="{A6CC5780-AB60-53B8-2AB5-6013D9172826}"/>
                </a:ext>
              </a:extLst>
            </p:cNvPr>
            <p:cNvSpPr txBox="1"/>
            <p:nvPr/>
          </p:nvSpPr>
          <p:spPr>
            <a:xfrm>
              <a:off x="2946783" y="4351689"/>
              <a:ext cx="718466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1000" dirty="0"/>
                <a:t>Observer </a:t>
              </a:r>
              <a:br>
                <a:rPr lang="en-US" sz="1000" dirty="0"/>
              </a:br>
              <a:r>
                <a:rPr lang="en-US" sz="1000" dirty="0"/>
                <a:t>Agent</a:t>
              </a:r>
            </a:p>
          </p:txBody>
        </p:sp>
      </p:grpSp>
      <p:grpSp>
        <p:nvGrpSpPr>
          <p:cNvPr id="80" name="Group 79">
            <a:extLst>
              <a:ext uri="{FF2B5EF4-FFF2-40B4-BE49-F238E27FC236}">
                <a16:creationId xmlns:a16="http://schemas.microsoft.com/office/drawing/2014/main" id="{E492729A-83BB-6369-BC36-659778E9887F}"/>
              </a:ext>
            </a:extLst>
          </p:cNvPr>
          <p:cNvGrpSpPr/>
          <p:nvPr/>
        </p:nvGrpSpPr>
        <p:grpSpPr>
          <a:xfrm>
            <a:off x="954787" y="3719836"/>
            <a:ext cx="718466" cy="711050"/>
            <a:chOff x="2946783" y="4040749"/>
            <a:chExt cx="718466" cy="711050"/>
          </a:xfrm>
        </p:grpSpPr>
        <p:pic>
          <p:nvPicPr>
            <p:cNvPr id="81" name="Graphic 80">
              <a:extLst>
                <a:ext uri="{FF2B5EF4-FFF2-40B4-BE49-F238E27FC236}">
                  <a16:creationId xmlns:a16="http://schemas.microsoft.com/office/drawing/2014/main" id="{FE31D935-4509-A4B3-8D2A-7B4313FB8BA1}"/>
                </a:ext>
              </a:extLst>
            </p:cNvPr>
            <p:cNvPicPr>
              <a:picLocks noChangeAspect="1"/>
            </p:cNvPicPr>
            <p:nvPr/>
          </p:nvPicPr>
          <p:blipFill>
            <a:blip r:embed="rId26">
              <a:extLst>
                <a:ext uri="{96DAC541-7B7A-43D3-8B79-37D633B846F1}">
                  <asvg:svgBlip xmlns:asvg="http://schemas.microsoft.com/office/drawing/2016/SVG/main" r:embed="rId27"/>
                </a:ext>
              </a:extLst>
            </a:blip>
            <a:srcRect b="16326"/>
            <a:stretch>
              <a:fillRect/>
            </a:stretch>
          </p:blipFill>
          <p:spPr>
            <a:xfrm>
              <a:off x="3087403" y="4040749"/>
              <a:ext cx="399645" cy="419244"/>
            </a:xfrm>
            <a:prstGeom prst="rect">
              <a:avLst/>
            </a:prstGeom>
          </p:spPr>
        </p:pic>
        <p:sp>
          <p:nvSpPr>
            <p:cNvPr id="82" name="TextBox 81">
              <a:extLst>
                <a:ext uri="{FF2B5EF4-FFF2-40B4-BE49-F238E27FC236}">
                  <a16:creationId xmlns:a16="http://schemas.microsoft.com/office/drawing/2014/main" id="{346B45A0-14E8-7DDB-5D62-4139D5CC877E}"/>
                </a:ext>
              </a:extLst>
            </p:cNvPr>
            <p:cNvSpPr txBox="1"/>
            <p:nvPr/>
          </p:nvSpPr>
          <p:spPr>
            <a:xfrm>
              <a:off x="2946783" y="4351689"/>
              <a:ext cx="718466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1000" dirty="0"/>
                <a:t>Observer </a:t>
              </a:r>
              <a:br>
                <a:rPr lang="en-US" sz="1000" dirty="0"/>
              </a:br>
              <a:r>
                <a:rPr lang="en-US" sz="1000" dirty="0"/>
                <a:t>Agent</a:t>
              </a:r>
            </a:p>
          </p:txBody>
        </p:sp>
      </p:grpSp>
      <p:grpSp>
        <p:nvGrpSpPr>
          <p:cNvPr id="83" name="Group 82">
            <a:extLst>
              <a:ext uri="{FF2B5EF4-FFF2-40B4-BE49-F238E27FC236}">
                <a16:creationId xmlns:a16="http://schemas.microsoft.com/office/drawing/2014/main" id="{3C95BA52-8DDB-2FF2-E18A-74C025D00E04}"/>
              </a:ext>
            </a:extLst>
          </p:cNvPr>
          <p:cNvGrpSpPr/>
          <p:nvPr/>
        </p:nvGrpSpPr>
        <p:grpSpPr>
          <a:xfrm>
            <a:off x="673222" y="2688256"/>
            <a:ext cx="718466" cy="711050"/>
            <a:chOff x="2946783" y="4040749"/>
            <a:chExt cx="718466" cy="711050"/>
          </a:xfrm>
        </p:grpSpPr>
        <p:pic>
          <p:nvPicPr>
            <p:cNvPr id="84" name="Graphic 83">
              <a:extLst>
                <a:ext uri="{FF2B5EF4-FFF2-40B4-BE49-F238E27FC236}">
                  <a16:creationId xmlns:a16="http://schemas.microsoft.com/office/drawing/2014/main" id="{F69FDCF9-49D0-7809-4C1D-5EAF79055F20}"/>
                </a:ext>
              </a:extLst>
            </p:cNvPr>
            <p:cNvPicPr>
              <a:picLocks noChangeAspect="1"/>
            </p:cNvPicPr>
            <p:nvPr/>
          </p:nvPicPr>
          <p:blipFill>
            <a:blip r:embed="rId26">
              <a:extLst>
                <a:ext uri="{96DAC541-7B7A-43D3-8B79-37D633B846F1}">
                  <asvg:svgBlip xmlns:asvg="http://schemas.microsoft.com/office/drawing/2016/SVG/main" r:embed="rId27"/>
                </a:ext>
              </a:extLst>
            </a:blip>
            <a:srcRect b="16326"/>
            <a:stretch>
              <a:fillRect/>
            </a:stretch>
          </p:blipFill>
          <p:spPr>
            <a:xfrm>
              <a:off x="3087403" y="4040749"/>
              <a:ext cx="399645" cy="419244"/>
            </a:xfrm>
            <a:prstGeom prst="rect">
              <a:avLst/>
            </a:prstGeom>
          </p:spPr>
        </p:pic>
        <p:sp>
          <p:nvSpPr>
            <p:cNvPr id="85" name="TextBox 84">
              <a:extLst>
                <a:ext uri="{FF2B5EF4-FFF2-40B4-BE49-F238E27FC236}">
                  <a16:creationId xmlns:a16="http://schemas.microsoft.com/office/drawing/2014/main" id="{39A269C9-DDE6-073E-88E7-21B247FB422A}"/>
                </a:ext>
              </a:extLst>
            </p:cNvPr>
            <p:cNvSpPr txBox="1"/>
            <p:nvPr/>
          </p:nvSpPr>
          <p:spPr>
            <a:xfrm>
              <a:off x="2946783" y="4351689"/>
              <a:ext cx="718466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1000" dirty="0"/>
                <a:t>Observer </a:t>
              </a:r>
              <a:br>
                <a:rPr lang="en-US" sz="1000" dirty="0"/>
              </a:br>
              <a:r>
                <a:rPr lang="en-US" sz="1000" dirty="0"/>
                <a:t>Agent</a:t>
              </a:r>
            </a:p>
          </p:txBody>
        </p:sp>
      </p:grpSp>
      <p:grpSp>
        <p:nvGrpSpPr>
          <p:cNvPr id="86" name="Group 85">
            <a:extLst>
              <a:ext uri="{FF2B5EF4-FFF2-40B4-BE49-F238E27FC236}">
                <a16:creationId xmlns:a16="http://schemas.microsoft.com/office/drawing/2014/main" id="{7B079066-840A-3222-3706-AA5EED3CD0C3}"/>
              </a:ext>
            </a:extLst>
          </p:cNvPr>
          <p:cNvGrpSpPr/>
          <p:nvPr/>
        </p:nvGrpSpPr>
        <p:grpSpPr>
          <a:xfrm>
            <a:off x="1352656" y="1151720"/>
            <a:ext cx="718466" cy="711050"/>
            <a:chOff x="2946783" y="4040749"/>
            <a:chExt cx="718466" cy="711050"/>
          </a:xfrm>
        </p:grpSpPr>
        <p:pic>
          <p:nvPicPr>
            <p:cNvPr id="87" name="Graphic 86">
              <a:extLst>
                <a:ext uri="{FF2B5EF4-FFF2-40B4-BE49-F238E27FC236}">
                  <a16:creationId xmlns:a16="http://schemas.microsoft.com/office/drawing/2014/main" id="{A57D93CD-3138-2ECC-0A0B-A35D60738368}"/>
                </a:ext>
              </a:extLst>
            </p:cNvPr>
            <p:cNvPicPr>
              <a:picLocks noChangeAspect="1"/>
            </p:cNvPicPr>
            <p:nvPr/>
          </p:nvPicPr>
          <p:blipFill>
            <a:blip r:embed="rId26">
              <a:extLst>
                <a:ext uri="{96DAC541-7B7A-43D3-8B79-37D633B846F1}">
                  <asvg:svgBlip xmlns:asvg="http://schemas.microsoft.com/office/drawing/2016/SVG/main" r:embed="rId27"/>
                </a:ext>
              </a:extLst>
            </a:blip>
            <a:srcRect b="16326"/>
            <a:stretch>
              <a:fillRect/>
            </a:stretch>
          </p:blipFill>
          <p:spPr>
            <a:xfrm>
              <a:off x="3087403" y="4040749"/>
              <a:ext cx="399645" cy="419244"/>
            </a:xfrm>
            <a:prstGeom prst="rect">
              <a:avLst/>
            </a:prstGeom>
          </p:spPr>
        </p:pic>
        <p:sp>
          <p:nvSpPr>
            <p:cNvPr id="88" name="TextBox 87">
              <a:extLst>
                <a:ext uri="{FF2B5EF4-FFF2-40B4-BE49-F238E27FC236}">
                  <a16:creationId xmlns:a16="http://schemas.microsoft.com/office/drawing/2014/main" id="{07952333-3477-DBE0-B6BE-BDBD34D90CDE}"/>
                </a:ext>
              </a:extLst>
            </p:cNvPr>
            <p:cNvSpPr txBox="1"/>
            <p:nvPr/>
          </p:nvSpPr>
          <p:spPr>
            <a:xfrm>
              <a:off x="2946783" y="4351689"/>
              <a:ext cx="718466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1000" dirty="0"/>
                <a:t>Observer </a:t>
              </a:r>
              <a:br>
                <a:rPr lang="en-US" sz="1000" dirty="0"/>
              </a:br>
              <a:r>
                <a:rPr lang="en-US" sz="1000" dirty="0"/>
                <a:t>Agent</a:t>
              </a:r>
            </a:p>
          </p:txBody>
        </p:sp>
      </p:grpSp>
      <p:cxnSp>
        <p:nvCxnSpPr>
          <p:cNvPr id="89" name="Straight Arrow Connector 88">
            <a:extLst>
              <a:ext uri="{FF2B5EF4-FFF2-40B4-BE49-F238E27FC236}">
                <a16:creationId xmlns:a16="http://schemas.microsoft.com/office/drawing/2014/main" id="{45884D66-480E-256E-9B31-5421E091128F}"/>
              </a:ext>
            </a:extLst>
          </p:cNvPr>
          <p:cNvCxnSpPr>
            <a:cxnSpLocks/>
          </p:cNvCxnSpPr>
          <p:nvPr/>
        </p:nvCxnSpPr>
        <p:spPr>
          <a:xfrm>
            <a:off x="3022329" y="2074031"/>
            <a:ext cx="0" cy="126309"/>
          </a:xfrm>
          <a:prstGeom prst="straightConnector1">
            <a:avLst/>
          </a:prstGeom>
          <a:ln w="15875">
            <a:solidFill>
              <a:schemeClr val="tx1"/>
            </a:solidFill>
            <a:tailEnd type="non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3" name="Straight Arrow Connector 92">
            <a:extLst>
              <a:ext uri="{FF2B5EF4-FFF2-40B4-BE49-F238E27FC236}">
                <a16:creationId xmlns:a16="http://schemas.microsoft.com/office/drawing/2014/main" id="{C6284D09-6F55-F2D5-A320-47A79676200B}"/>
              </a:ext>
            </a:extLst>
          </p:cNvPr>
          <p:cNvCxnSpPr>
            <a:cxnSpLocks/>
          </p:cNvCxnSpPr>
          <p:nvPr/>
        </p:nvCxnSpPr>
        <p:spPr>
          <a:xfrm flipH="1">
            <a:off x="2080851" y="2483495"/>
            <a:ext cx="309397" cy="0"/>
          </a:xfrm>
          <a:prstGeom prst="straightConnector1">
            <a:avLst/>
          </a:prstGeom>
          <a:ln w="15875">
            <a:solidFill>
              <a:schemeClr val="tx1"/>
            </a:solidFill>
            <a:tailEnd type="non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8" name="Straight Arrow Connector 97">
            <a:extLst>
              <a:ext uri="{FF2B5EF4-FFF2-40B4-BE49-F238E27FC236}">
                <a16:creationId xmlns:a16="http://schemas.microsoft.com/office/drawing/2014/main" id="{370172CB-4CD8-61A4-2745-5033F1A1BEBE}"/>
              </a:ext>
            </a:extLst>
          </p:cNvPr>
          <p:cNvCxnSpPr>
            <a:cxnSpLocks/>
          </p:cNvCxnSpPr>
          <p:nvPr/>
        </p:nvCxnSpPr>
        <p:spPr>
          <a:xfrm>
            <a:off x="3983348" y="3395778"/>
            <a:ext cx="0" cy="180338"/>
          </a:xfrm>
          <a:prstGeom prst="straightConnector1">
            <a:avLst/>
          </a:prstGeom>
          <a:ln w="15875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9" name="Straight Arrow Connector 98">
            <a:extLst>
              <a:ext uri="{FF2B5EF4-FFF2-40B4-BE49-F238E27FC236}">
                <a16:creationId xmlns:a16="http://schemas.microsoft.com/office/drawing/2014/main" id="{8D91FB8C-AD2F-081F-F1DB-7709D09AAC4D}"/>
              </a:ext>
            </a:extLst>
          </p:cNvPr>
          <p:cNvCxnSpPr>
            <a:cxnSpLocks/>
          </p:cNvCxnSpPr>
          <p:nvPr/>
        </p:nvCxnSpPr>
        <p:spPr>
          <a:xfrm flipH="1">
            <a:off x="3273910" y="3969397"/>
            <a:ext cx="333856" cy="190937"/>
          </a:xfrm>
          <a:prstGeom prst="straightConnector1">
            <a:avLst/>
          </a:prstGeom>
          <a:ln w="15875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1" name="Straight Arrow Connector 100">
            <a:extLst>
              <a:ext uri="{FF2B5EF4-FFF2-40B4-BE49-F238E27FC236}">
                <a16:creationId xmlns:a16="http://schemas.microsoft.com/office/drawing/2014/main" id="{043F9069-F06B-A4FB-9E93-8357F9ED0609}"/>
              </a:ext>
            </a:extLst>
          </p:cNvPr>
          <p:cNvCxnSpPr>
            <a:cxnSpLocks/>
          </p:cNvCxnSpPr>
          <p:nvPr/>
        </p:nvCxnSpPr>
        <p:spPr>
          <a:xfrm flipH="1">
            <a:off x="1574813" y="4296173"/>
            <a:ext cx="1217857" cy="9313"/>
          </a:xfrm>
          <a:prstGeom prst="straightConnector1">
            <a:avLst/>
          </a:prstGeom>
          <a:ln w="15875">
            <a:solidFill>
              <a:schemeClr val="tx1"/>
            </a:solidFill>
            <a:headEnd type="triangl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4" name="Straight Arrow Connector 103">
            <a:extLst>
              <a:ext uri="{FF2B5EF4-FFF2-40B4-BE49-F238E27FC236}">
                <a16:creationId xmlns:a16="http://schemas.microsoft.com/office/drawing/2014/main" id="{1E89F702-BF44-AC3E-F825-75EDECEAAE21}"/>
              </a:ext>
            </a:extLst>
          </p:cNvPr>
          <p:cNvCxnSpPr>
            <a:cxnSpLocks/>
          </p:cNvCxnSpPr>
          <p:nvPr/>
        </p:nvCxnSpPr>
        <p:spPr>
          <a:xfrm flipH="1" flipV="1">
            <a:off x="978973" y="3395778"/>
            <a:ext cx="163666" cy="401249"/>
          </a:xfrm>
          <a:prstGeom prst="straightConnector1">
            <a:avLst/>
          </a:prstGeom>
          <a:ln w="15875">
            <a:solidFill>
              <a:schemeClr val="tx1"/>
            </a:solidFill>
            <a:headEnd type="triangl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8" name="Straight Arrow Connector 107">
            <a:extLst>
              <a:ext uri="{FF2B5EF4-FFF2-40B4-BE49-F238E27FC236}">
                <a16:creationId xmlns:a16="http://schemas.microsoft.com/office/drawing/2014/main" id="{51024657-2DD2-A6BC-D478-DB3944A378CA}"/>
              </a:ext>
            </a:extLst>
          </p:cNvPr>
          <p:cNvCxnSpPr>
            <a:cxnSpLocks/>
          </p:cNvCxnSpPr>
          <p:nvPr/>
        </p:nvCxnSpPr>
        <p:spPr>
          <a:xfrm flipV="1">
            <a:off x="1019825" y="1744722"/>
            <a:ext cx="379980" cy="879516"/>
          </a:xfrm>
          <a:prstGeom prst="straightConnector1">
            <a:avLst/>
          </a:prstGeom>
          <a:ln w="15875">
            <a:solidFill>
              <a:schemeClr val="tx1"/>
            </a:solidFill>
            <a:headEnd type="triangl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142" name="Group 141">
            <a:extLst>
              <a:ext uri="{FF2B5EF4-FFF2-40B4-BE49-F238E27FC236}">
                <a16:creationId xmlns:a16="http://schemas.microsoft.com/office/drawing/2014/main" id="{182FC187-BBDE-BBC3-0443-49FFD1900F05}"/>
              </a:ext>
            </a:extLst>
          </p:cNvPr>
          <p:cNvGrpSpPr/>
          <p:nvPr/>
        </p:nvGrpSpPr>
        <p:grpSpPr>
          <a:xfrm>
            <a:off x="5972128" y="2620778"/>
            <a:ext cx="840295" cy="821267"/>
            <a:chOff x="5325665" y="2640465"/>
            <a:chExt cx="840295" cy="821267"/>
          </a:xfrm>
        </p:grpSpPr>
        <p:pic>
          <p:nvPicPr>
            <p:cNvPr id="47" name="Graphic 46">
              <a:extLst>
                <a:ext uri="{FF2B5EF4-FFF2-40B4-BE49-F238E27FC236}">
                  <a16:creationId xmlns:a16="http://schemas.microsoft.com/office/drawing/2014/main" id="{B46B97E9-BF02-16FD-8B2E-27060D79C24E}"/>
                </a:ext>
              </a:extLst>
            </p:cNvPr>
            <p:cNvPicPr>
              <a:picLocks noChangeAspect="1"/>
            </p:cNvPicPr>
            <p:nvPr/>
          </p:nvPicPr>
          <p:blipFill>
            <a:blip r:embed="rId28">
              <a:extLst>
                <a:ext uri="{96DAC541-7B7A-43D3-8B79-37D633B846F1}">
                  <asvg:svgBlip xmlns:asvg="http://schemas.microsoft.com/office/drawing/2016/SVG/main" r:embed="rId29"/>
                </a:ext>
              </a:extLst>
            </a:blip>
            <a:srcRect b="22737"/>
            <a:stretch>
              <a:fillRect/>
            </a:stretch>
          </p:blipFill>
          <p:spPr>
            <a:xfrm>
              <a:off x="5512077" y="2640465"/>
              <a:ext cx="472559" cy="457751"/>
            </a:xfrm>
            <a:prstGeom prst="rect">
              <a:avLst/>
            </a:prstGeom>
          </p:spPr>
        </p:pic>
        <p:sp>
          <p:nvSpPr>
            <p:cNvPr id="110" name="TextBox 109">
              <a:extLst>
                <a:ext uri="{FF2B5EF4-FFF2-40B4-BE49-F238E27FC236}">
                  <a16:creationId xmlns:a16="http://schemas.microsoft.com/office/drawing/2014/main" id="{5922F2DA-973B-3FF7-A0AE-D22C3C94529F}"/>
                </a:ext>
              </a:extLst>
            </p:cNvPr>
            <p:cNvSpPr txBox="1"/>
            <p:nvPr/>
          </p:nvSpPr>
          <p:spPr>
            <a:xfrm>
              <a:off x="5325665" y="3061622"/>
              <a:ext cx="840295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1000" dirty="0"/>
                <a:t>Replication </a:t>
              </a:r>
              <a:br>
                <a:rPr lang="en-US" sz="1000" dirty="0"/>
              </a:br>
              <a:r>
                <a:rPr lang="en-US" sz="1000" dirty="0"/>
                <a:t>Agent</a:t>
              </a:r>
            </a:p>
          </p:txBody>
        </p:sp>
      </p:grpSp>
      <p:cxnSp>
        <p:nvCxnSpPr>
          <p:cNvPr id="111" name="Straight Arrow Connector 110">
            <a:extLst>
              <a:ext uri="{FF2B5EF4-FFF2-40B4-BE49-F238E27FC236}">
                <a16:creationId xmlns:a16="http://schemas.microsoft.com/office/drawing/2014/main" id="{BC649B0C-FD11-296C-82A5-32AEC3EB8614}"/>
              </a:ext>
            </a:extLst>
          </p:cNvPr>
          <p:cNvCxnSpPr>
            <a:cxnSpLocks/>
          </p:cNvCxnSpPr>
          <p:nvPr/>
        </p:nvCxnSpPr>
        <p:spPr>
          <a:xfrm>
            <a:off x="4348249" y="2892491"/>
            <a:ext cx="1815983" cy="0"/>
          </a:xfrm>
          <a:prstGeom prst="straightConnector1">
            <a:avLst/>
          </a:prstGeom>
          <a:ln w="15875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5" name="Straight Arrow Connector 114">
            <a:extLst>
              <a:ext uri="{FF2B5EF4-FFF2-40B4-BE49-F238E27FC236}">
                <a16:creationId xmlns:a16="http://schemas.microsoft.com/office/drawing/2014/main" id="{361170FD-6559-34B6-B1FB-3850BD812389}"/>
              </a:ext>
            </a:extLst>
          </p:cNvPr>
          <p:cNvCxnSpPr>
            <a:cxnSpLocks/>
          </p:cNvCxnSpPr>
          <p:nvPr/>
        </p:nvCxnSpPr>
        <p:spPr>
          <a:xfrm>
            <a:off x="9624767" y="2050791"/>
            <a:ext cx="0" cy="126309"/>
          </a:xfrm>
          <a:prstGeom prst="straightConnector1">
            <a:avLst/>
          </a:prstGeom>
          <a:ln w="15875">
            <a:solidFill>
              <a:schemeClr val="tx1"/>
            </a:solidFill>
            <a:tailEnd type="non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6" name="Straight Arrow Connector 115">
            <a:extLst>
              <a:ext uri="{FF2B5EF4-FFF2-40B4-BE49-F238E27FC236}">
                <a16:creationId xmlns:a16="http://schemas.microsoft.com/office/drawing/2014/main" id="{D6EB4E95-1ADD-1DD2-49E7-7757B9367DB5}"/>
              </a:ext>
            </a:extLst>
          </p:cNvPr>
          <p:cNvCxnSpPr>
            <a:cxnSpLocks/>
          </p:cNvCxnSpPr>
          <p:nvPr/>
        </p:nvCxnSpPr>
        <p:spPr>
          <a:xfrm flipH="1">
            <a:off x="8504016" y="2483495"/>
            <a:ext cx="309397" cy="0"/>
          </a:xfrm>
          <a:prstGeom prst="straightConnector1">
            <a:avLst/>
          </a:prstGeom>
          <a:ln w="15875">
            <a:solidFill>
              <a:schemeClr val="tx1"/>
            </a:solidFill>
            <a:tailEnd type="non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118" name="Group 117">
            <a:extLst>
              <a:ext uri="{FF2B5EF4-FFF2-40B4-BE49-F238E27FC236}">
                <a16:creationId xmlns:a16="http://schemas.microsoft.com/office/drawing/2014/main" id="{C630DF8F-2126-004E-D6F0-361C225C032A}"/>
              </a:ext>
            </a:extLst>
          </p:cNvPr>
          <p:cNvGrpSpPr/>
          <p:nvPr/>
        </p:nvGrpSpPr>
        <p:grpSpPr>
          <a:xfrm>
            <a:off x="7656846" y="2874724"/>
            <a:ext cx="1154126" cy="881386"/>
            <a:chOff x="2104220" y="2285128"/>
            <a:chExt cx="1154126" cy="881386"/>
          </a:xfrm>
        </p:grpSpPr>
        <p:grpSp>
          <p:nvGrpSpPr>
            <p:cNvPr id="133" name="Group 132">
              <a:extLst>
                <a:ext uri="{FF2B5EF4-FFF2-40B4-BE49-F238E27FC236}">
                  <a16:creationId xmlns:a16="http://schemas.microsoft.com/office/drawing/2014/main" id="{A2A972AB-A8ED-F205-B30F-331698EAB593}"/>
                </a:ext>
              </a:extLst>
            </p:cNvPr>
            <p:cNvGrpSpPr/>
            <p:nvPr/>
          </p:nvGrpSpPr>
          <p:grpSpPr>
            <a:xfrm>
              <a:off x="2285729" y="2285128"/>
              <a:ext cx="972617" cy="616248"/>
              <a:chOff x="2285729" y="2285128"/>
              <a:chExt cx="972617" cy="616248"/>
            </a:xfrm>
          </p:grpSpPr>
          <p:pic>
            <p:nvPicPr>
              <p:cNvPr id="137" name="Graphic 136">
                <a:extLst>
                  <a:ext uri="{FF2B5EF4-FFF2-40B4-BE49-F238E27FC236}">
                    <a16:creationId xmlns:a16="http://schemas.microsoft.com/office/drawing/2014/main" id="{C4F4CDFC-452C-28A1-3373-2E4A4CD485AE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4">
                <a:extLst>
                  <a:ext uri="{96DAC541-7B7A-43D3-8B79-37D633B846F1}">
                    <asvg:svgBlip xmlns:asvg="http://schemas.microsoft.com/office/drawing/2016/SVG/main" r:embed="rId15"/>
                  </a:ext>
                </a:extLst>
              </a:blip>
              <a:srcRect b="19128"/>
              <a:stretch>
                <a:fillRect/>
              </a:stretch>
            </p:blipFill>
            <p:spPr>
              <a:xfrm>
                <a:off x="2285729" y="2285128"/>
                <a:ext cx="609600" cy="616248"/>
              </a:xfrm>
              <a:prstGeom prst="rect">
                <a:avLst/>
              </a:prstGeom>
            </p:spPr>
          </p:pic>
          <p:pic>
            <p:nvPicPr>
              <p:cNvPr id="138" name="Graphic 137">
                <a:extLst>
                  <a:ext uri="{FF2B5EF4-FFF2-40B4-BE49-F238E27FC236}">
                    <a16:creationId xmlns:a16="http://schemas.microsoft.com/office/drawing/2014/main" id="{DB1A77D8-30E5-35AB-448C-0C928C0E4D3C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4">
                <a:extLst>
                  <a:ext uri="{96DAC541-7B7A-43D3-8B79-37D633B846F1}">
                    <asvg:svgBlip xmlns:asvg="http://schemas.microsoft.com/office/drawing/2016/SVG/main" r:embed="rId15"/>
                  </a:ext>
                </a:extLst>
              </a:blip>
              <a:srcRect b="19128"/>
              <a:stretch>
                <a:fillRect/>
              </a:stretch>
            </p:blipFill>
            <p:spPr>
              <a:xfrm>
                <a:off x="2648746" y="2285128"/>
                <a:ext cx="609600" cy="616248"/>
              </a:xfrm>
              <a:prstGeom prst="rect">
                <a:avLst/>
              </a:prstGeom>
            </p:spPr>
          </p:pic>
        </p:grpSp>
        <p:grpSp>
          <p:nvGrpSpPr>
            <p:cNvPr id="134" name="Group 133">
              <a:extLst>
                <a:ext uri="{FF2B5EF4-FFF2-40B4-BE49-F238E27FC236}">
                  <a16:creationId xmlns:a16="http://schemas.microsoft.com/office/drawing/2014/main" id="{C6111235-3788-8C80-C84F-4C03E82DB216}"/>
                </a:ext>
              </a:extLst>
            </p:cNvPr>
            <p:cNvGrpSpPr/>
            <p:nvPr/>
          </p:nvGrpSpPr>
          <p:grpSpPr>
            <a:xfrm>
              <a:off x="2104220" y="2550266"/>
              <a:ext cx="972617" cy="616248"/>
              <a:chOff x="2285729" y="2285128"/>
              <a:chExt cx="972617" cy="616248"/>
            </a:xfrm>
          </p:grpSpPr>
          <p:pic>
            <p:nvPicPr>
              <p:cNvPr id="135" name="Graphic 134">
                <a:extLst>
                  <a:ext uri="{FF2B5EF4-FFF2-40B4-BE49-F238E27FC236}">
                    <a16:creationId xmlns:a16="http://schemas.microsoft.com/office/drawing/2014/main" id="{819608FA-142F-EABD-91BA-483B900C4415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4">
                <a:extLst>
                  <a:ext uri="{96DAC541-7B7A-43D3-8B79-37D633B846F1}">
                    <asvg:svgBlip xmlns:asvg="http://schemas.microsoft.com/office/drawing/2016/SVG/main" r:embed="rId15"/>
                  </a:ext>
                </a:extLst>
              </a:blip>
              <a:srcRect b="19128"/>
              <a:stretch>
                <a:fillRect/>
              </a:stretch>
            </p:blipFill>
            <p:spPr>
              <a:xfrm>
                <a:off x="2285729" y="2285128"/>
                <a:ext cx="609600" cy="616248"/>
              </a:xfrm>
              <a:prstGeom prst="rect">
                <a:avLst/>
              </a:prstGeom>
            </p:spPr>
          </p:pic>
          <p:pic>
            <p:nvPicPr>
              <p:cNvPr id="136" name="Graphic 135">
                <a:extLst>
                  <a:ext uri="{FF2B5EF4-FFF2-40B4-BE49-F238E27FC236}">
                    <a16:creationId xmlns:a16="http://schemas.microsoft.com/office/drawing/2014/main" id="{2B5D03B6-8A28-1749-1550-702CEEA8E697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4">
                <a:extLst>
                  <a:ext uri="{96DAC541-7B7A-43D3-8B79-37D633B846F1}">
                    <asvg:svgBlip xmlns:asvg="http://schemas.microsoft.com/office/drawing/2016/SVG/main" r:embed="rId15"/>
                  </a:ext>
                </a:extLst>
              </a:blip>
              <a:srcRect b="19128"/>
              <a:stretch>
                <a:fillRect/>
              </a:stretch>
            </p:blipFill>
            <p:spPr>
              <a:xfrm>
                <a:off x="2648746" y="2285128"/>
                <a:ext cx="609600" cy="616248"/>
              </a:xfrm>
              <a:prstGeom prst="rect">
                <a:avLst/>
              </a:prstGeom>
            </p:spPr>
          </p:pic>
        </p:grpSp>
      </p:grpSp>
      <p:sp>
        <p:nvSpPr>
          <p:cNvPr id="139" name="Freeform 138">
            <a:extLst>
              <a:ext uri="{FF2B5EF4-FFF2-40B4-BE49-F238E27FC236}">
                <a16:creationId xmlns:a16="http://schemas.microsoft.com/office/drawing/2014/main" id="{06569D3A-5FBF-0238-2F85-5AAD98198A10}"/>
              </a:ext>
            </a:extLst>
          </p:cNvPr>
          <p:cNvSpPr/>
          <p:nvPr/>
        </p:nvSpPr>
        <p:spPr>
          <a:xfrm>
            <a:off x="2126373" y="2514987"/>
            <a:ext cx="265291" cy="409176"/>
          </a:xfrm>
          <a:custGeom>
            <a:avLst/>
            <a:gdLst>
              <a:gd name="connsiteX0" fmla="*/ 203981 w 203981"/>
              <a:gd name="connsiteY0" fmla="*/ 0 h 436099"/>
              <a:gd name="connsiteX1" fmla="*/ 0 w 203981"/>
              <a:gd name="connsiteY1" fmla="*/ 0 h 436099"/>
              <a:gd name="connsiteX2" fmla="*/ 0 w 203981"/>
              <a:gd name="connsiteY2" fmla="*/ 436099 h 43609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203981" h="436099">
                <a:moveTo>
                  <a:pt x="203981" y="0"/>
                </a:moveTo>
                <a:lnTo>
                  <a:pt x="0" y="0"/>
                </a:lnTo>
                <a:lnTo>
                  <a:pt x="0" y="436099"/>
                </a:lnTo>
              </a:path>
            </a:pathLst>
          </a:cu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0" name="Freeform 139">
            <a:extLst>
              <a:ext uri="{FF2B5EF4-FFF2-40B4-BE49-F238E27FC236}">
                <a16:creationId xmlns:a16="http://schemas.microsoft.com/office/drawing/2014/main" id="{C28FB46D-457D-9B5B-E099-AA709F7ABFE6}"/>
              </a:ext>
            </a:extLst>
          </p:cNvPr>
          <p:cNvSpPr/>
          <p:nvPr/>
        </p:nvSpPr>
        <p:spPr>
          <a:xfrm>
            <a:off x="8548122" y="2535072"/>
            <a:ext cx="265291" cy="409176"/>
          </a:xfrm>
          <a:custGeom>
            <a:avLst/>
            <a:gdLst>
              <a:gd name="connsiteX0" fmla="*/ 203981 w 203981"/>
              <a:gd name="connsiteY0" fmla="*/ 0 h 436099"/>
              <a:gd name="connsiteX1" fmla="*/ 0 w 203981"/>
              <a:gd name="connsiteY1" fmla="*/ 0 h 436099"/>
              <a:gd name="connsiteX2" fmla="*/ 0 w 203981"/>
              <a:gd name="connsiteY2" fmla="*/ 436099 h 43609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203981" h="436099">
                <a:moveTo>
                  <a:pt x="203981" y="0"/>
                </a:moveTo>
                <a:lnTo>
                  <a:pt x="0" y="0"/>
                </a:lnTo>
                <a:lnTo>
                  <a:pt x="0" y="436099"/>
                </a:lnTo>
              </a:path>
            </a:pathLst>
          </a:cu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1" name="TextBox 140">
            <a:extLst>
              <a:ext uri="{FF2B5EF4-FFF2-40B4-BE49-F238E27FC236}">
                <a16:creationId xmlns:a16="http://schemas.microsoft.com/office/drawing/2014/main" id="{B9D66364-2BC3-EF50-A1E0-1AC69F032E9E}"/>
              </a:ext>
            </a:extLst>
          </p:cNvPr>
          <p:cNvSpPr txBox="1"/>
          <p:nvPr/>
        </p:nvSpPr>
        <p:spPr>
          <a:xfrm>
            <a:off x="5846539" y="693956"/>
            <a:ext cx="139989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dirty="0"/>
              <a:t>Digital Twin</a:t>
            </a:r>
          </a:p>
        </p:txBody>
      </p:sp>
      <p:grpSp>
        <p:nvGrpSpPr>
          <p:cNvPr id="143" name="Group 142">
            <a:extLst>
              <a:ext uri="{FF2B5EF4-FFF2-40B4-BE49-F238E27FC236}">
                <a16:creationId xmlns:a16="http://schemas.microsoft.com/office/drawing/2014/main" id="{745C5EFD-9683-C4AE-0D17-41B56BE3F489}"/>
              </a:ext>
            </a:extLst>
          </p:cNvPr>
          <p:cNvGrpSpPr/>
          <p:nvPr/>
        </p:nvGrpSpPr>
        <p:grpSpPr>
          <a:xfrm>
            <a:off x="7820245" y="3692446"/>
            <a:ext cx="840295" cy="821267"/>
            <a:chOff x="5325665" y="2640465"/>
            <a:chExt cx="840295" cy="821267"/>
          </a:xfrm>
        </p:grpSpPr>
        <p:pic>
          <p:nvPicPr>
            <p:cNvPr id="144" name="Graphic 143">
              <a:extLst>
                <a:ext uri="{FF2B5EF4-FFF2-40B4-BE49-F238E27FC236}">
                  <a16:creationId xmlns:a16="http://schemas.microsoft.com/office/drawing/2014/main" id="{C1E1DE94-479A-AA54-D9A2-3881529C3B7B}"/>
                </a:ext>
              </a:extLst>
            </p:cNvPr>
            <p:cNvPicPr>
              <a:picLocks noChangeAspect="1"/>
            </p:cNvPicPr>
            <p:nvPr/>
          </p:nvPicPr>
          <p:blipFill>
            <a:blip r:embed="rId28">
              <a:extLst>
                <a:ext uri="{96DAC541-7B7A-43D3-8B79-37D633B846F1}">
                  <asvg:svgBlip xmlns:asvg="http://schemas.microsoft.com/office/drawing/2016/SVG/main" r:embed="rId29"/>
                </a:ext>
              </a:extLst>
            </a:blip>
            <a:srcRect b="22737"/>
            <a:stretch>
              <a:fillRect/>
            </a:stretch>
          </p:blipFill>
          <p:spPr>
            <a:xfrm>
              <a:off x="5512077" y="2640465"/>
              <a:ext cx="472559" cy="457751"/>
            </a:xfrm>
            <a:prstGeom prst="rect">
              <a:avLst/>
            </a:prstGeom>
          </p:spPr>
        </p:pic>
        <p:sp>
          <p:nvSpPr>
            <p:cNvPr id="145" name="TextBox 144">
              <a:extLst>
                <a:ext uri="{FF2B5EF4-FFF2-40B4-BE49-F238E27FC236}">
                  <a16:creationId xmlns:a16="http://schemas.microsoft.com/office/drawing/2014/main" id="{085ACFDD-2BC9-88DE-EE7C-640EF7AC88C8}"/>
                </a:ext>
              </a:extLst>
            </p:cNvPr>
            <p:cNvSpPr txBox="1"/>
            <p:nvPr/>
          </p:nvSpPr>
          <p:spPr>
            <a:xfrm>
              <a:off x="5325665" y="3061622"/>
              <a:ext cx="840295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1000" dirty="0"/>
                <a:t>Replication </a:t>
              </a:r>
              <a:br>
                <a:rPr lang="en-US" sz="1000" dirty="0"/>
              </a:br>
              <a:r>
                <a:rPr lang="en-US" sz="1000" dirty="0"/>
                <a:t>Agent</a:t>
              </a:r>
            </a:p>
          </p:txBody>
        </p:sp>
      </p:grpSp>
      <p:grpSp>
        <p:nvGrpSpPr>
          <p:cNvPr id="146" name="Group 145">
            <a:extLst>
              <a:ext uri="{FF2B5EF4-FFF2-40B4-BE49-F238E27FC236}">
                <a16:creationId xmlns:a16="http://schemas.microsoft.com/office/drawing/2014/main" id="{445EEF84-A32A-F7B3-49F1-87721DAB59BA}"/>
              </a:ext>
            </a:extLst>
          </p:cNvPr>
          <p:cNvGrpSpPr/>
          <p:nvPr/>
        </p:nvGrpSpPr>
        <p:grpSpPr>
          <a:xfrm>
            <a:off x="8882174" y="3075313"/>
            <a:ext cx="840295" cy="821267"/>
            <a:chOff x="5325665" y="2640465"/>
            <a:chExt cx="840295" cy="821267"/>
          </a:xfrm>
        </p:grpSpPr>
        <p:pic>
          <p:nvPicPr>
            <p:cNvPr id="147" name="Graphic 146">
              <a:extLst>
                <a:ext uri="{FF2B5EF4-FFF2-40B4-BE49-F238E27FC236}">
                  <a16:creationId xmlns:a16="http://schemas.microsoft.com/office/drawing/2014/main" id="{A7EBA7C7-3E1B-C5B9-88DC-29D3BEF25207}"/>
                </a:ext>
              </a:extLst>
            </p:cNvPr>
            <p:cNvPicPr>
              <a:picLocks noChangeAspect="1"/>
            </p:cNvPicPr>
            <p:nvPr/>
          </p:nvPicPr>
          <p:blipFill>
            <a:blip r:embed="rId28">
              <a:extLst>
                <a:ext uri="{96DAC541-7B7A-43D3-8B79-37D633B846F1}">
                  <asvg:svgBlip xmlns:asvg="http://schemas.microsoft.com/office/drawing/2016/SVG/main" r:embed="rId29"/>
                </a:ext>
              </a:extLst>
            </a:blip>
            <a:srcRect b="22737"/>
            <a:stretch>
              <a:fillRect/>
            </a:stretch>
          </p:blipFill>
          <p:spPr>
            <a:xfrm>
              <a:off x="5512077" y="2640465"/>
              <a:ext cx="472559" cy="457751"/>
            </a:xfrm>
            <a:prstGeom prst="rect">
              <a:avLst/>
            </a:prstGeom>
          </p:spPr>
        </p:pic>
        <p:sp>
          <p:nvSpPr>
            <p:cNvPr id="148" name="TextBox 147">
              <a:extLst>
                <a:ext uri="{FF2B5EF4-FFF2-40B4-BE49-F238E27FC236}">
                  <a16:creationId xmlns:a16="http://schemas.microsoft.com/office/drawing/2014/main" id="{67ADEE4A-5838-1233-E3F0-D9E0BAD2E6FE}"/>
                </a:ext>
              </a:extLst>
            </p:cNvPr>
            <p:cNvSpPr txBox="1"/>
            <p:nvPr/>
          </p:nvSpPr>
          <p:spPr>
            <a:xfrm>
              <a:off x="5325665" y="3061622"/>
              <a:ext cx="840295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1000" dirty="0"/>
                <a:t>Replication </a:t>
              </a:r>
              <a:br>
                <a:rPr lang="en-US" sz="1000" dirty="0"/>
              </a:br>
              <a:r>
                <a:rPr lang="en-US" sz="1000" dirty="0"/>
                <a:t>Agent</a:t>
              </a:r>
            </a:p>
          </p:txBody>
        </p:sp>
      </p:grpSp>
      <p:cxnSp>
        <p:nvCxnSpPr>
          <p:cNvPr id="149" name="Straight Arrow Connector 148">
            <a:extLst>
              <a:ext uri="{FF2B5EF4-FFF2-40B4-BE49-F238E27FC236}">
                <a16:creationId xmlns:a16="http://schemas.microsoft.com/office/drawing/2014/main" id="{9B36A287-C58B-EA0A-0ADC-27BAB214FDDF}"/>
              </a:ext>
            </a:extLst>
          </p:cNvPr>
          <p:cNvCxnSpPr>
            <a:cxnSpLocks/>
          </p:cNvCxnSpPr>
          <p:nvPr/>
        </p:nvCxnSpPr>
        <p:spPr>
          <a:xfrm>
            <a:off x="6593362" y="2985990"/>
            <a:ext cx="1413295" cy="1008556"/>
          </a:xfrm>
          <a:prstGeom prst="straightConnector1">
            <a:avLst/>
          </a:prstGeom>
          <a:ln w="15875">
            <a:solidFill>
              <a:schemeClr val="tx1"/>
            </a:solidFill>
            <a:headEnd type="triangl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1" name="Straight Arrow Connector 150">
            <a:extLst>
              <a:ext uri="{FF2B5EF4-FFF2-40B4-BE49-F238E27FC236}">
                <a16:creationId xmlns:a16="http://schemas.microsoft.com/office/drawing/2014/main" id="{951F1C5A-AA42-0331-B008-125381610CC4}"/>
              </a:ext>
            </a:extLst>
          </p:cNvPr>
          <p:cNvCxnSpPr>
            <a:cxnSpLocks/>
          </p:cNvCxnSpPr>
          <p:nvPr/>
        </p:nvCxnSpPr>
        <p:spPr>
          <a:xfrm flipV="1">
            <a:off x="8548122" y="3728678"/>
            <a:ext cx="520464" cy="280757"/>
          </a:xfrm>
          <a:prstGeom prst="straightConnector1">
            <a:avLst/>
          </a:prstGeom>
          <a:ln w="15875">
            <a:solidFill>
              <a:schemeClr val="tx1"/>
            </a:solidFill>
            <a:headEnd type="triangl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3" name="Freeform 152">
            <a:extLst>
              <a:ext uri="{FF2B5EF4-FFF2-40B4-BE49-F238E27FC236}">
                <a16:creationId xmlns:a16="http://schemas.microsoft.com/office/drawing/2014/main" id="{E0AC5C27-DE69-E365-6B4A-A123C310D15D}"/>
              </a:ext>
            </a:extLst>
          </p:cNvPr>
          <p:cNvSpPr/>
          <p:nvPr/>
        </p:nvSpPr>
        <p:spPr>
          <a:xfrm>
            <a:off x="3360057" y="3101926"/>
            <a:ext cx="1458541" cy="1494540"/>
          </a:xfrm>
          <a:custGeom>
            <a:avLst/>
            <a:gdLst>
              <a:gd name="connsiteX0" fmla="*/ 0 w 1322776"/>
              <a:gd name="connsiteY0" fmla="*/ 1308296 h 1494540"/>
              <a:gd name="connsiteX1" fmla="*/ 527538 w 1322776"/>
              <a:gd name="connsiteY1" fmla="*/ 1491176 h 1494540"/>
              <a:gd name="connsiteX2" fmla="*/ 1160584 w 1322776"/>
              <a:gd name="connsiteY2" fmla="*/ 1167619 h 1494540"/>
              <a:gd name="connsiteX3" fmla="*/ 1315329 w 1322776"/>
              <a:gd name="connsiteY3" fmla="*/ 450166 h 1494540"/>
              <a:gd name="connsiteX4" fmla="*/ 991772 w 1322776"/>
              <a:gd name="connsiteY4" fmla="*/ 0 h 149454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322776" h="1494540">
                <a:moveTo>
                  <a:pt x="0" y="1308296"/>
                </a:moveTo>
                <a:cubicBezTo>
                  <a:pt x="167053" y="1411459"/>
                  <a:pt x="334107" y="1514622"/>
                  <a:pt x="527538" y="1491176"/>
                </a:cubicBezTo>
                <a:cubicBezTo>
                  <a:pt x="720969" y="1467730"/>
                  <a:pt x="1029286" y="1341121"/>
                  <a:pt x="1160584" y="1167619"/>
                </a:cubicBezTo>
                <a:cubicBezTo>
                  <a:pt x="1291882" y="994117"/>
                  <a:pt x="1343464" y="644769"/>
                  <a:pt x="1315329" y="450166"/>
                </a:cubicBezTo>
                <a:cubicBezTo>
                  <a:pt x="1287194" y="255563"/>
                  <a:pt x="1139483" y="127781"/>
                  <a:pt x="991772" y="0"/>
                </a:cubicBezTo>
              </a:path>
            </a:pathLst>
          </a:custGeom>
          <a:noFill/>
          <a:ln>
            <a:tailEnd type="triangle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55" name="Group 154">
            <a:extLst>
              <a:ext uri="{FF2B5EF4-FFF2-40B4-BE49-F238E27FC236}">
                <a16:creationId xmlns:a16="http://schemas.microsoft.com/office/drawing/2014/main" id="{47A758BA-2171-9981-D01E-73B7A43882EE}"/>
              </a:ext>
            </a:extLst>
          </p:cNvPr>
          <p:cNvGrpSpPr/>
          <p:nvPr/>
        </p:nvGrpSpPr>
        <p:grpSpPr>
          <a:xfrm>
            <a:off x="7109294" y="1426011"/>
            <a:ext cx="758541" cy="815310"/>
            <a:chOff x="6562793" y="359987"/>
            <a:chExt cx="758541" cy="815310"/>
          </a:xfrm>
        </p:grpSpPr>
        <p:pic>
          <p:nvPicPr>
            <p:cNvPr id="49" name="Graphic 48">
              <a:extLst>
                <a:ext uri="{FF2B5EF4-FFF2-40B4-BE49-F238E27FC236}">
                  <a16:creationId xmlns:a16="http://schemas.microsoft.com/office/drawing/2014/main" id="{30F580FF-8A92-6669-313D-5D7207F308EC}"/>
                </a:ext>
              </a:extLst>
            </p:cNvPr>
            <p:cNvPicPr>
              <a:picLocks noChangeAspect="1"/>
            </p:cNvPicPr>
            <p:nvPr/>
          </p:nvPicPr>
          <p:blipFill>
            <a:blip r:embed="rId30">
              <a:extLst>
                <a:ext uri="{96DAC541-7B7A-43D3-8B79-37D633B846F1}">
                  <asvg:svgBlip xmlns:asvg="http://schemas.microsoft.com/office/drawing/2016/SVG/main" r:embed="rId31"/>
                </a:ext>
              </a:extLst>
            </a:blip>
            <a:srcRect b="22737"/>
            <a:stretch>
              <a:fillRect/>
            </a:stretch>
          </p:blipFill>
          <p:spPr>
            <a:xfrm>
              <a:off x="6629657" y="359987"/>
              <a:ext cx="534609" cy="517856"/>
            </a:xfrm>
            <a:prstGeom prst="rect">
              <a:avLst/>
            </a:prstGeom>
          </p:spPr>
        </p:pic>
        <p:sp>
          <p:nvSpPr>
            <p:cNvPr id="154" name="TextBox 153">
              <a:extLst>
                <a:ext uri="{FF2B5EF4-FFF2-40B4-BE49-F238E27FC236}">
                  <a16:creationId xmlns:a16="http://schemas.microsoft.com/office/drawing/2014/main" id="{5FA7C8EC-B29F-EF6B-0298-8B689075E68E}"/>
                </a:ext>
              </a:extLst>
            </p:cNvPr>
            <p:cNvSpPr txBox="1"/>
            <p:nvPr/>
          </p:nvSpPr>
          <p:spPr>
            <a:xfrm>
              <a:off x="6562793" y="775187"/>
              <a:ext cx="758541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1000" dirty="0"/>
                <a:t>Red Team </a:t>
              </a:r>
              <a:br>
                <a:rPr lang="en-US" sz="1000" dirty="0"/>
              </a:br>
              <a:r>
                <a:rPr lang="en-US" sz="1000" dirty="0"/>
                <a:t>Agent</a:t>
              </a:r>
            </a:p>
          </p:txBody>
        </p:sp>
      </p:grpSp>
      <p:grpSp>
        <p:nvGrpSpPr>
          <p:cNvPr id="156" name="Group 155">
            <a:extLst>
              <a:ext uri="{FF2B5EF4-FFF2-40B4-BE49-F238E27FC236}">
                <a16:creationId xmlns:a16="http://schemas.microsoft.com/office/drawing/2014/main" id="{7109CF8B-6D24-14E7-A4E4-94C7F04E8FC6}"/>
              </a:ext>
            </a:extLst>
          </p:cNvPr>
          <p:cNvGrpSpPr/>
          <p:nvPr/>
        </p:nvGrpSpPr>
        <p:grpSpPr>
          <a:xfrm>
            <a:off x="8348495" y="1370406"/>
            <a:ext cx="758541" cy="815310"/>
            <a:chOff x="6562793" y="359987"/>
            <a:chExt cx="758541" cy="815310"/>
          </a:xfrm>
        </p:grpSpPr>
        <p:pic>
          <p:nvPicPr>
            <p:cNvPr id="157" name="Graphic 156">
              <a:extLst>
                <a:ext uri="{FF2B5EF4-FFF2-40B4-BE49-F238E27FC236}">
                  <a16:creationId xmlns:a16="http://schemas.microsoft.com/office/drawing/2014/main" id="{ACB46227-C250-5F91-9BD5-2F2705B61C45}"/>
                </a:ext>
              </a:extLst>
            </p:cNvPr>
            <p:cNvPicPr>
              <a:picLocks noChangeAspect="1"/>
            </p:cNvPicPr>
            <p:nvPr/>
          </p:nvPicPr>
          <p:blipFill>
            <a:blip r:embed="rId30">
              <a:extLst>
                <a:ext uri="{96DAC541-7B7A-43D3-8B79-37D633B846F1}">
                  <asvg:svgBlip xmlns:asvg="http://schemas.microsoft.com/office/drawing/2016/SVG/main" r:embed="rId31"/>
                </a:ext>
              </a:extLst>
            </a:blip>
            <a:srcRect b="22737"/>
            <a:stretch>
              <a:fillRect/>
            </a:stretch>
          </p:blipFill>
          <p:spPr>
            <a:xfrm>
              <a:off x="6629657" y="359987"/>
              <a:ext cx="534609" cy="517856"/>
            </a:xfrm>
            <a:prstGeom prst="rect">
              <a:avLst/>
            </a:prstGeom>
          </p:spPr>
        </p:pic>
        <p:sp>
          <p:nvSpPr>
            <p:cNvPr id="158" name="TextBox 157">
              <a:extLst>
                <a:ext uri="{FF2B5EF4-FFF2-40B4-BE49-F238E27FC236}">
                  <a16:creationId xmlns:a16="http://schemas.microsoft.com/office/drawing/2014/main" id="{BEDFFCA5-7C44-094D-FEDD-5C7ADE8D0B08}"/>
                </a:ext>
              </a:extLst>
            </p:cNvPr>
            <p:cNvSpPr txBox="1"/>
            <p:nvPr/>
          </p:nvSpPr>
          <p:spPr>
            <a:xfrm>
              <a:off x="6562793" y="775187"/>
              <a:ext cx="758541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1000" dirty="0"/>
                <a:t>Red Team </a:t>
              </a:r>
              <a:br>
                <a:rPr lang="en-US" sz="1000" dirty="0"/>
              </a:br>
              <a:r>
                <a:rPr lang="en-US" sz="1000" dirty="0"/>
                <a:t>Agent</a:t>
              </a:r>
            </a:p>
          </p:txBody>
        </p:sp>
      </p:grpSp>
      <p:grpSp>
        <p:nvGrpSpPr>
          <p:cNvPr id="159" name="Group 158">
            <a:extLst>
              <a:ext uri="{FF2B5EF4-FFF2-40B4-BE49-F238E27FC236}">
                <a16:creationId xmlns:a16="http://schemas.microsoft.com/office/drawing/2014/main" id="{C403AC94-C902-A8B7-47FF-EA3C0BE4B76C}"/>
              </a:ext>
            </a:extLst>
          </p:cNvPr>
          <p:cNvGrpSpPr/>
          <p:nvPr/>
        </p:nvGrpSpPr>
        <p:grpSpPr>
          <a:xfrm>
            <a:off x="7108956" y="2664013"/>
            <a:ext cx="758541" cy="815310"/>
            <a:chOff x="6562793" y="359987"/>
            <a:chExt cx="758541" cy="815310"/>
          </a:xfrm>
        </p:grpSpPr>
        <p:pic>
          <p:nvPicPr>
            <p:cNvPr id="160" name="Graphic 159">
              <a:extLst>
                <a:ext uri="{FF2B5EF4-FFF2-40B4-BE49-F238E27FC236}">
                  <a16:creationId xmlns:a16="http://schemas.microsoft.com/office/drawing/2014/main" id="{73BFA8D1-2320-E43D-B06C-3A9C96F45132}"/>
                </a:ext>
              </a:extLst>
            </p:cNvPr>
            <p:cNvPicPr>
              <a:picLocks noChangeAspect="1"/>
            </p:cNvPicPr>
            <p:nvPr/>
          </p:nvPicPr>
          <p:blipFill>
            <a:blip r:embed="rId30">
              <a:extLst>
                <a:ext uri="{96DAC541-7B7A-43D3-8B79-37D633B846F1}">
                  <asvg:svgBlip xmlns:asvg="http://schemas.microsoft.com/office/drawing/2016/SVG/main" r:embed="rId31"/>
                </a:ext>
              </a:extLst>
            </a:blip>
            <a:srcRect b="22737"/>
            <a:stretch>
              <a:fillRect/>
            </a:stretch>
          </p:blipFill>
          <p:spPr>
            <a:xfrm>
              <a:off x="6629657" y="359987"/>
              <a:ext cx="534609" cy="517856"/>
            </a:xfrm>
            <a:prstGeom prst="rect">
              <a:avLst/>
            </a:prstGeom>
          </p:spPr>
        </p:pic>
        <p:sp>
          <p:nvSpPr>
            <p:cNvPr id="161" name="TextBox 160">
              <a:extLst>
                <a:ext uri="{FF2B5EF4-FFF2-40B4-BE49-F238E27FC236}">
                  <a16:creationId xmlns:a16="http://schemas.microsoft.com/office/drawing/2014/main" id="{9FC04854-25B7-2D71-E0EC-040518D06F40}"/>
                </a:ext>
              </a:extLst>
            </p:cNvPr>
            <p:cNvSpPr txBox="1"/>
            <p:nvPr/>
          </p:nvSpPr>
          <p:spPr>
            <a:xfrm>
              <a:off x="6562793" y="775187"/>
              <a:ext cx="758541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1000" dirty="0"/>
                <a:t>Red Team </a:t>
              </a:r>
              <a:br>
                <a:rPr lang="en-US" sz="1000" dirty="0"/>
              </a:br>
              <a:r>
                <a:rPr lang="en-US" sz="1000" dirty="0"/>
                <a:t>Agent</a:t>
              </a:r>
            </a:p>
          </p:txBody>
        </p:sp>
      </p:grpSp>
      <p:cxnSp>
        <p:nvCxnSpPr>
          <p:cNvPr id="162" name="Straight Arrow Connector 161">
            <a:extLst>
              <a:ext uri="{FF2B5EF4-FFF2-40B4-BE49-F238E27FC236}">
                <a16:creationId xmlns:a16="http://schemas.microsoft.com/office/drawing/2014/main" id="{B8A3A321-0413-8514-3203-A37F85592506}"/>
              </a:ext>
            </a:extLst>
          </p:cNvPr>
          <p:cNvCxnSpPr>
            <a:cxnSpLocks/>
          </p:cNvCxnSpPr>
          <p:nvPr/>
        </p:nvCxnSpPr>
        <p:spPr>
          <a:xfrm flipV="1">
            <a:off x="7464326" y="2221998"/>
            <a:ext cx="1" cy="478254"/>
          </a:xfrm>
          <a:prstGeom prst="straightConnector1">
            <a:avLst/>
          </a:prstGeom>
          <a:ln w="15875">
            <a:solidFill>
              <a:schemeClr val="tx1"/>
            </a:solidFill>
            <a:headEnd type="triangl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8" name="Straight Arrow Connector 167">
            <a:extLst>
              <a:ext uri="{FF2B5EF4-FFF2-40B4-BE49-F238E27FC236}">
                <a16:creationId xmlns:a16="http://schemas.microsoft.com/office/drawing/2014/main" id="{06A85420-CDE0-DD04-740B-EDFE4ECDCC94}"/>
              </a:ext>
            </a:extLst>
          </p:cNvPr>
          <p:cNvCxnSpPr>
            <a:cxnSpLocks/>
          </p:cNvCxnSpPr>
          <p:nvPr/>
        </p:nvCxnSpPr>
        <p:spPr>
          <a:xfrm flipH="1">
            <a:off x="7786382" y="1678589"/>
            <a:ext cx="562113" cy="6350"/>
          </a:xfrm>
          <a:prstGeom prst="straightConnector1">
            <a:avLst/>
          </a:prstGeom>
          <a:ln w="15875">
            <a:solidFill>
              <a:schemeClr val="tx1"/>
            </a:solidFill>
            <a:headEnd type="triangl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1" name="Straight Arrow Connector 170">
            <a:extLst>
              <a:ext uri="{FF2B5EF4-FFF2-40B4-BE49-F238E27FC236}">
                <a16:creationId xmlns:a16="http://schemas.microsoft.com/office/drawing/2014/main" id="{FD565213-D3C8-16AF-BD2D-B19D52311743}"/>
              </a:ext>
            </a:extLst>
          </p:cNvPr>
          <p:cNvCxnSpPr>
            <a:cxnSpLocks/>
          </p:cNvCxnSpPr>
          <p:nvPr/>
        </p:nvCxnSpPr>
        <p:spPr>
          <a:xfrm flipH="1" flipV="1">
            <a:off x="5873377" y="1785606"/>
            <a:ext cx="1242958" cy="3225"/>
          </a:xfrm>
          <a:prstGeom prst="straightConnector1">
            <a:avLst/>
          </a:prstGeom>
          <a:ln w="15875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175" name="Graphic 174">
            <a:extLst>
              <a:ext uri="{FF2B5EF4-FFF2-40B4-BE49-F238E27FC236}">
                <a16:creationId xmlns:a16="http://schemas.microsoft.com/office/drawing/2014/main" id="{B5B8D83D-D305-6172-A70A-BC830B493E0E}"/>
              </a:ext>
            </a:extLst>
          </p:cNvPr>
          <p:cNvPicPr>
            <a:picLocks noChangeAspect="1"/>
          </p:cNvPicPr>
          <p:nvPr/>
        </p:nvPicPr>
        <p:blipFill>
          <a:blip r:embed="rId32">
            <a:extLst>
              <a:ext uri="{96DAC541-7B7A-43D3-8B79-37D633B846F1}">
                <asvg:svgBlip xmlns:asvg="http://schemas.microsoft.com/office/drawing/2016/SVG/main" r:embed="rId33"/>
              </a:ext>
            </a:extLst>
          </a:blip>
          <a:srcRect b="13018"/>
          <a:stretch>
            <a:fillRect/>
          </a:stretch>
        </p:blipFill>
        <p:spPr>
          <a:xfrm>
            <a:off x="5368951" y="1535810"/>
            <a:ext cx="510622" cy="555184"/>
          </a:xfrm>
          <a:prstGeom prst="rect">
            <a:avLst/>
          </a:prstGeom>
        </p:spPr>
      </p:pic>
      <p:sp>
        <p:nvSpPr>
          <p:cNvPr id="176" name="TextBox 175">
            <a:extLst>
              <a:ext uri="{FF2B5EF4-FFF2-40B4-BE49-F238E27FC236}">
                <a16:creationId xmlns:a16="http://schemas.microsoft.com/office/drawing/2014/main" id="{B256548E-E69F-6034-55EE-8E147387D7BC}"/>
              </a:ext>
            </a:extLst>
          </p:cNvPr>
          <p:cNvSpPr txBox="1"/>
          <p:nvPr/>
        </p:nvSpPr>
        <p:spPr>
          <a:xfrm>
            <a:off x="5219324" y="2011434"/>
            <a:ext cx="865943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000" dirty="0"/>
              <a:t>Security</a:t>
            </a:r>
            <a:br>
              <a:rPr lang="en-US" sz="1000" dirty="0"/>
            </a:br>
            <a:r>
              <a:rPr lang="en-US" sz="1000" dirty="0"/>
              <a:t>Assessment</a:t>
            </a:r>
          </a:p>
        </p:txBody>
      </p:sp>
      <p:cxnSp>
        <p:nvCxnSpPr>
          <p:cNvPr id="177" name="Straight Arrow Connector 176">
            <a:extLst>
              <a:ext uri="{FF2B5EF4-FFF2-40B4-BE49-F238E27FC236}">
                <a16:creationId xmlns:a16="http://schemas.microsoft.com/office/drawing/2014/main" id="{13A7FBF8-65E4-9896-A28B-9A5C762515E0}"/>
              </a:ext>
            </a:extLst>
          </p:cNvPr>
          <p:cNvCxnSpPr>
            <a:cxnSpLocks/>
          </p:cNvCxnSpPr>
          <p:nvPr/>
        </p:nvCxnSpPr>
        <p:spPr>
          <a:xfrm flipH="1">
            <a:off x="5070531" y="1783504"/>
            <a:ext cx="298420" cy="5327"/>
          </a:xfrm>
          <a:prstGeom prst="straightConnector1">
            <a:avLst/>
          </a:prstGeom>
          <a:ln w="15875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9" name="Rectangle 178">
            <a:extLst>
              <a:ext uri="{FF2B5EF4-FFF2-40B4-BE49-F238E27FC236}">
                <a16:creationId xmlns:a16="http://schemas.microsoft.com/office/drawing/2014/main" id="{249A3481-EE55-02F0-55E9-9088A053962A}"/>
              </a:ext>
            </a:extLst>
          </p:cNvPr>
          <p:cNvSpPr/>
          <p:nvPr/>
        </p:nvSpPr>
        <p:spPr>
          <a:xfrm>
            <a:off x="583809" y="717452"/>
            <a:ext cx="4637941" cy="3988144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1" name="Rectangle 180">
            <a:extLst>
              <a:ext uri="{FF2B5EF4-FFF2-40B4-BE49-F238E27FC236}">
                <a16:creationId xmlns:a16="http://schemas.microsoft.com/office/drawing/2014/main" id="{073EB421-21AD-CC86-A76B-8E7768F27F18}"/>
              </a:ext>
            </a:extLst>
          </p:cNvPr>
          <p:cNvSpPr/>
          <p:nvPr/>
        </p:nvSpPr>
        <p:spPr>
          <a:xfrm>
            <a:off x="6024042" y="717452"/>
            <a:ext cx="4637941" cy="3988144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288809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54</TotalTime>
  <Words>53</Words>
  <Application>Microsoft Macintosh PowerPoint</Application>
  <PresentationFormat>Widescreen</PresentationFormat>
  <Paragraphs>18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Aptos</vt:lpstr>
      <vt:lpstr>Aptos Display</vt:lpstr>
      <vt:lpstr>Arial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Giovanni Vigna</dc:creator>
  <cp:lastModifiedBy>Giovanni Vigna</cp:lastModifiedBy>
  <cp:revision>2</cp:revision>
  <dcterms:created xsi:type="dcterms:W3CDTF">2026-08-24T22:27:11Z</dcterms:created>
  <dcterms:modified xsi:type="dcterms:W3CDTF">2026-08-24T23:21:50Z</dcterms:modified>
</cp:coreProperties>
</file>